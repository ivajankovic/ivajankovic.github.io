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Lst>
  <p:sldSz cy="43891200" cx="32918400"/>
  <p:notesSz cx="6858000" cy="9144000"/>
  <p:embeddedFontLst>
    <p:embeddedFont>
      <p:font typeface="Montserrat"/>
      <p:regular r:id="rId7"/>
      <p:bold r:id="rId8"/>
      <p:italic r:id="rId9"/>
      <p:boldItalic r:id="rId10"/>
    </p:embeddedFont>
    <p:embeddedFont>
      <p:font typeface="Montserrat Light"/>
      <p:regular r:id="rId11"/>
      <p:bold r:id="rId12"/>
      <p:italic r:id="rId13"/>
      <p:boldItalic r:id="rId14"/>
    </p:embeddedFont>
    <p:embeddedFont>
      <p:font typeface="Libre Baskerville"/>
      <p:regular r:id="rId15"/>
      <p:bold r:id="rId16"/>
      <p: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3824">
          <p15:clr>
            <a:srgbClr val="A4A3A4"/>
          </p15:clr>
        </p15:guide>
        <p15:guide id="2" pos="10368">
          <p15:clr>
            <a:srgbClr val="A4A3A4"/>
          </p15:clr>
        </p15:guide>
      </p15:sldGuideLst>
    </p:ext>
    <p:ext uri="GoogleSlidesCustomDataVersion2">
      <go:slidesCustomData xmlns:go="http://customooxmlschemas.google.com/" r:id="rId18" roundtripDataSignature="AMtx7mgfqUWXJpn9qSIrZM6rJHhRi3GKm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3824" orient="horz"/>
        <p:guide pos="10368"/>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MontserratLight-regular.fntdata"/><Relationship Id="rId10" Type="http://schemas.openxmlformats.org/officeDocument/2006/relationships/font" Target="fonts/Montserrat-boldItalic.fntdata"/><Relationship Id="rId13" Type="http://schemas.openxmlformats.org/officeDocument/2006/relationships/font" Target="fonts/MontserratLight-italic.fntdata"/><Relationship Id="rId12" Type="http://schemas.openxmlformats.org/officeDocument/2006/relationships/font" Target="fonts/MontserratLight-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Montserrat-italic.fntdata"/><Relationship Id="rId15" Type="http://schemas.openxmlformats.org/officeDocument/2006/relationships/font" Target="fonts/LibreBaskerville-regular.fntdata"/><Relationship Id="rId14" Type="http://schemas.openxmlformats.org/officeDocument/2006/relationships/font" Target="fonts/MontserratLight-boldItalic.fntdata"/><Relationship Id="rId17" Type="http://schemas.openxmlformats.org/officeDocument/2006/relationships/font" Target="fonts/LibreBaskerville-italic.fntdata"/><Relationship Id="rId16" Type="http://schemas.openxmlformats.org/officeDocument/2006/relationships/font" Target="fonts/LibreBaskerville-bold.fntdata"/><Relationship Id="rId5" Type="http://schemas.openxmlformats.org/officeDocument/2006/relationships/notesMaster" Target="notesMasters/notesMaster1.xml"/><Relationship Id="rId6" Type="http://schemas.openxmlformats.org/officeDocument/2006/relationships/slide" Target="slides/slide1.xml"/><Relationship Id="rId18" Type="http://customschemas.google.com/relationships/presentationmetadata" Target="metadata"/><Relationship Id="rId7" Type="http://schemas.openxmlformats.org/officeDocument/2006/relationships/font" Target="fonts/Montserrat-regular.fntdata"/><Relationship Id="rId8" Type="http://schemas.openxmlformats.org/officeDocument/2006/relationships/font" Target="fonts/Montserrat-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92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92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92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92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92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92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92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92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92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92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92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92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92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92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92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92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61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61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61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61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61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61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61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61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61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92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92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92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92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92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92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92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92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1: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
          <p:cNvSpPr txBox="1"/>
          <p:nvPr>
            <p:ph type="title"/>
          </p:nvPr>
        </p:nvSpPr>
        <p:spPr>
          <a:xfrm>
            <a:off x="1645920" y="1757684"/>
            <a:ext cx="29626561" cy="7315200"/>
          </a:xfrm>
          <a:prstGeom prst="rect">
            <a:avLst/>
          </a:prstGeom>
          <a:noFill/>
          <a:ln>
            <a:noFill/>
          </a:ln>
        </p:spPr>
        <p:txBody>
          <a:bodyPr anchorCtr="0" anchor="ctr" bIns="234075" lIns="468150" spcFirstLastPara="1" rIns="468150" wrap="square" tIns="234075">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body"/>
          </p:nvPr>
        </p:nvSpPr>
        <p:spPr>
          <a:xfrm>
            <a:off x="1645920" y="10241287"/>
            <a:ext cx="29626561" cy="28966164"/>
          </a:xfrm>
          <a:prstGeom prst="rect">
            <a:avLst/>
          </a:prstGeom>
          <a:noFill/>
          <a:ln>
            <a:noFill/>
          </a:ln>
        </p:spPr>
        <p:txBody>
          <a:bodyPr anchorCtr="0" anchor="t" bIns="234075" lIns="468150" spcFirstLastPara="1" rIns="468150" wrap="square" tIns="234075">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2" name="Google Shape;22;p3"/>
          <p:cNvSpPr txBox="1"/>
          <p:nvPr>
            <p:ph idx="10" type="dt"/>
          </p:nvPr>
        </p:nvSpPr>
        <p:spPr>
          <a:xfrm>
            <a:off x="1645920" y="40680642"/>
            <a:ext cx="7680960" cy="2336800"/>
          </a:xfrm>
          <a:prstGeom prst="rect">
            <a:avLst/>
          </a:prstGeom>
          <a:noFill/>
          <a:ln>
            <a:noFill/>
          </a:ln>
        </p:spPr>
        <p:txBody>
          <a:bodyPr anchorCtr="0" anchor="ctr" bIns="234075" lIns="468150" spcFirstLastPara="1" rIns="468150" wrap="square" tIns="2340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1" type="ftr"/>
          </p:nvPr>
        </p:nvSpPr>
        <p:spPr>
          <a:xfrm>
            <a:off x="11247120" y="40680642"/>
            <a:ext cx="10424160" cy="2336800"/>
          </a:xfrm>
          <a:prstGeom prst="rect">
            <a:avLst/>
          </a:prstGeom>
          <a:noFill/>
          <a:ln>
            <a:noFill/>
          </a:ln>
        </p:spPr>
        <p:txBody>
          <a:bodyPr anchorCtr="0" anchor="ctr" bIns="234075" lIns="468150" spcFirstLastPara="1" rIns="468150" wrap="square" tIns="2340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23591520" y="40680642"/>
            <a:ext cx="7680960" cy="2336800"/>
          </a:xfrm>
          <a:prstGeom prst="rect">
            <a:avLst/>
          </a:prstGeom>
          <a:noFill/>
          <a:ln>
            <a:noFill/>
          </a:ln>
        </p:spPr>
        <p:txBody>
          <a:bodyPr anchorCtr="0" anchor="ctr" bIns="234075" lIns="468150" spcFirstLastPara="1" rIns="468150" wrap="square" tIns="2340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4"/>
          <p:cNvSpPr txBox="1"/>
          <p:nvPr>
            <p:ph type="ctrTitle"/>
          </p:nvPr>
        </p:nvSpPr>
        <p:spPr>
          <a:xfrm>
            <a:off x="2468880" y="13634724"/>
            <a:ext cx="27980639" cy="9408160"/>
          </a:xfrm>
          <a:prstGeom prst="rect">
            <a:avLst/>
          </a:prstGeom>
          <a:noFill/>
          <a:ln>
            <a:noFill/>
          </a:ln>
        </p:spPr>
        <p:txBody>
          <a:bodyPr anchorCtr="0" anchor="ctr" bIns="234075" lIns="468150" spcFirstLastPara="1" rIns="468150" wrap="square" tIns="234075">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subTitle"/>
          </p:nvPr>
        </p:nvSpPr>
        <p:spPr>
          <a:xfrm>
            <a:off x="4937760" y="24871680"/>
            <a:ext cx="23042880" cy="11216640"/>
          </a:xfrm>
          <a:prstGeom prst="rect">
            <a:avLst/>
          </a:prstGeom>
          <a:noFill/>
          <a:ln>
            <a:noFill/>
          </a:ln>
        </p:spPr>
        <p:txBody>
          <a:bodyPr anchorCtr="0" anchor="t" bIns="234075" lIns="468150" spcFirstLastPara="1" rIns="468150" wrap="square" tIns="234075">
            <a:normAutofit/>
          </a:bodyPr>
          <a:lstStyle>
            <a:lvl1pPr lvl="0" algn="ctr">
              <a:spcBef>
                <a:spcPts val="2636"/>
              </a:spcBef>
              <a:spcAft>
                <a:spcPts val="0"/>
              </a:spcAft>
              <a:buClr>
                <a:srgbClr val="888888"/>
              </a:buClr>
              <a:buSzPts val="13178"/>
              <a:buNone/>
              <a:defRPr>
                <a:solidFill>
                  <a:srgbClr val="888888"/>
                </a:solidFill>
              </a:defRPr>
            </a:lvl1pPr>
            <a:lvl2pPr lvl="1" algn="ctr">
              <a:spcBef>
                <a:spcPts val="2298"/>
              </a:spcBef>
              <a:spcAft>
                <a:spcPts val="0"/>
              </a:spcAft>
              <a:buClr>
                <a:srgbClr val="888888"/>
              </a:buClr>
              <a:buSzPts val="11491"/>
              <a:buNone/>
              <a:defRPr>
                <a:solidFill>
                  <a:srgbClr val="888888"/>
                </a:solidFill>
              </a:defRPr>
            </a:lvl2pPr>
            <a:lvl3pPr lvl="2" algn="ctr">
              <a:spcBef>
                <a:spcPts val="1977"/>
              </a:spcBef>
              <a:spcAft>
                <a:spcPts val="0"/>
              </a:spcAft>
              <a:buClr>
                <a:srgbClr val="888888"/>
              </a:buClr>
              <a:buSzPts val="9883"/>
              <a:buNone/>
              <a:defRPr>
                <a:solidFill>
                  <a:srgbClr val="888888"/>
                </a:solidFill>
              </a:defRPr>
            </a:lvl3pPr>
            <a:lvl4pPr lvl="3" algn="ctr">
              <a:spcBef>
                <a:spcPts val="1639"/>
              </a:spcBef>
              <a:spcAft>
                <a:spcPts val="0"/>
              </a:spcAft>
              <a:buClr>
                <a:srgbClr val="888888"/>
              </a:buClr>
              <a:buSzPts val="8195"/>
              <a:buNone/>
              <a:defRPr>
                <a:solidFill>
                  <a:srgbClr val="888888"/>
                </a:solidFill>
              </a:defRPr>
            </a:lvl4pPr>
            <a:lvl5pPr lvl="4" algn="ctr">
              <a:spcBef>
                <a:spcPts val="1639"/>
              </a:spcBef>
              <a:spcAft>
                <a:spcPts val="0"/>
              </a:spcAft>
              <a:buClr>
                <a:srgbClr val="888888"/>
              </a:buClr>
              <a:buSzPts val="8195"/>
              <a:buNone/>
              <a:defRPr>
                <a:solidFill>
                  <a:srgbClr val="888888"/>
                </a:solidFill>
              </a:defRPr>
            </a:lvl5pPr>
            <a:lvl6pPr lvl="5" algn="ctr">
              <a:spcBef>
                <a:spcPts val="1639"/>
              </a:spcBef>
              <a:spcAft>
                <a:spcPts val="0"/>
              </a:spcAft>
              <a:buClr>
                <a:srgbClr val="888888"/>
              </a:buClr>
              <a:buSzPts val="8195"/>
              <a:buNone/>
              <a:defRPr>
                <a:solidFill>
                  <a:srgbClr val="888888"/>
                </a:solidFill>
              </a:defRPr>
            </a:lvl6pPr>
            <a:lvl7pPr lvl="6" algn="ctr">
              <a:spcBef>
                <a:spcPts val="1639"/>
              </a:spcBef>
              <a:spcAft>
                <a:spcPts val="0"/>
              </a:spcAft>
              <a:buClr>
                <a:srgbClr val="888888"/>
              </a:buClr>
              <a:buSzPts val="8195"/>
              <a:buNone/>
              <a:defRPr>
                <a:solidFill>
                  <a:srgbClr val="888888"/>
                </a:solidFill>
              </a:defRPr>
            </a:lvl7pPr>
            <a:lvl8pPr lvl="7" algn="ctr">
              <a:spcBef>
                <a:spcPts val="1639"/>
              </a:spcBef>
              <a:spcAft>
                <a:spcPts val="0"/>
              </a:spcAft>
              <a:buClr>
                <a:srgbClr val="888888"/>
              </a:buClr>
              <a:buSzPts val="8195"/>
              <a:buNone/>
              <a:defRPr>
                <a:solidFill>
                  <a:srgbClr val="888888"/>
                </a:solidFill>
              </a:defRPr>
            </a:lvl8pPr>
            <a:lvl9pPr lvl="8" algn="ctr">
              <a:spcBef>
                <a:spcPts val="1639"/>
              </a:spcBef>
              <a:spcAft>
                <a:spcPts val="0"/>
              </a:spcAft>
              <a:buClr>
                <a:srgbClr val="888888"/>
              </a:buClr>
              <a:buSzPts val="8195"/>
              <a:buNone/>
              <a:defRPr>
                <a:solidFill>
                  <a:srgbClr val="888888"/>
                </a:solidFill>
              </a:defRPr>
            </a:lvl9pPr>
          </a:lstStyle>
          <a:p/>
        </p:txBody>
      </p:sp>
      <p:sp>
        <p:nvSpPr>
          <p:cNvPr id="28" name="Google Shape;28;p4"/>
          <p:cNvSpPr txBox="1"/>
          <p:nvPr>
            <p:ph idx="10" type="dt"/>
          </p:nvPr>
        </p:nvSpPr>
        <p:spPr>
          <a:xfrm>
            <a:off x="1645920" y="40680642"/>
            <a:ext cx="7680960" cy="2336800"/>
          </a:xfrm>
          <a:prstGeom prst="rect">
            <a:avLst/>
          </a:prstGeom>
          <a:noFill/>
          <a:ln>
            <a:noFill/>
          </a:ln>
        </p:spPr>
        <p:txBody>
          <a:bodyPr anchorCtr="0" anchor="ctr" bIns="234075" lIns="468150" spcFirstLastPara="1" rIns="468150" wrap="square" tIns="2340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11247120" y="40680642"/>
            <a:ext cx="10424160" cy="2336800"/>
          </a:xfrm>
          <a:prstGeom prst="rect">
            <a:avLst/>
          </a:prstGeom>
          <a:noFill/>
          <a:ln>
            <a:noFill/>
          </a:ln>
        </p:spPr>
        <p:txBody>
          <a:bodyPr anchorCtr="0" anchor="ctr" bIns="234075" lIns="468150" spcFirstLastPara="1" rIns="468150" wrap="square" tIns="2340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23591520" y="40680642"/>
            <a:ext cx="7680960" cy="2336800"/>
          </a:xfrm>
          <a:prstGeom prst="rect">
            <a:avLst/>
          </a:prstGeom>
          <a:noFill/>
          <a:ln>
            <a:noFill/>
          </a:ln>
        </p:spPr>
        <p:txBody>
          <a:bodyPr anchorCtr="0" anchor="ctr" bIns="234075" lIns="468150" spcFirstLastPara="1" rIns="468150" wrap="square" tIns="2340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2600327" y="28204164"/>
            <a:ext cx="27980639" cy="8717280"/>
          </a:xfrm>
          <a:prstGeom prst="rect">
            <a:avLst/>
          </a:prstGeom>
          <a:noFill/>
          <a:ln>
            <a:noFill/>
          </a:ln>
        </p:spPr>
        <p:txBody>
          <a:bodyPr anchorCtr="0" anchor="t" bIns="234075" lIns="468150" spcFirstLastPara="1" rIns="468150" wrap="square" tIns="234075">
            <a:normAutofit/>
          </a:bodyPr>
          <a:lstStyle>
            <a:lvl1pPr lvl="0" algn="l">
              <a:spcBef>
                <a:spcPts val="0"/>
              </a:spcBef>
              <a:spcAft>
                <a:spcPts val="0"/>
              </a:spcAft>
              <a:buClr>
                <a:schemeClr val="dk1"/>
              </a:buClr>
              <a:buSzPts val="16473"/>
              <a:buFont typeface="Calibri"/>
              <a:buNone/>
              <a:defRPr b="1" sz="16473"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2600327" y="18602968"/>
            <a:ext cx="27980639" cy="9601197"/>
          </a:xfrm>
          <a:prstGeom prst="rect">
            <a:avLst/>
          </a:prstGeom>
          <a:noFill/>
          <a:ln>
            <a:noFill/>
          </a:ln>
        </p:spPr>
        <p:txBody>
          <a:bodyPr anchorCtr="0" anchor="b" bIns="234075" lIns="468150" spcFirstLastPara="1" rIns="468150" wrap="square" tIns="234075">
            <a:normAutofit/>
          </a:bodyPr>
          <a:lstStyle>
            <a:lvl1pPr indent="-228600" lvl="0" marL="457200" algn="l">
              <a:spcBef>
                <a:spcPts val="1639"/>
              </a:spcBef>
              <a:spcAft>
                <a:spcPts val="0"/>
              </a:spcAft>
              <a:buClr>
                <a:srgbClr val="888888"/>
              </a:buClr>
              <a:buSzPts val="8195"/>
              <a:buNone/>
              <a:defRPr sz="8195">
                <a:solidFill>
                  <a:srgbClr val="888888"/>
                </a:solidFill>
              </a:defRPr>
            </a:lvl1pPr>
            <a:lvl2pPr indent="-228600" lvl="1" marL="914400" algn="l">
              <a:spcBef>
                <a:spcPts val="1478"/>
              </a:spcBef>
              <a:spcAft>
                <a:spcPts val="0"/>
              </a:spcAft>
              <a:buClr>
                <a:srgbClr val="888888"/>
              </a:buClr>
              <a:buSzPts val="7392"/>
              <a:buNone/>
              <a:defRPr sz="7392">
                <a:solidFill>
                  <a:srgbClr val="888888"/>
                </a:solidFill>
              </a:defRPr>
            </a:lvl2pPr>
            <a:lvl3pPr indent="-228600" lvl="2" marL="1371600" algn="l">
              <a:spcBef>
                <a:spcPts val="1318"/>
              </a:spcBef>
              <a:spcAft>
                <a:spcPts val="0"/>
              </a:spcAft>
              <a:buClr>
                <a:srgbClr val="888888"/>
              </a:buClr>
              <a:buSzPts val="6589"/>
              <a:buNone/>
              <a:defRPr sz="6589">
                <a:solidFill>
                  <a:srgbClr val="888888"/>
                </a:solidFill>
              </a:defRPr>
            </a:lvl3pPr>
            <a:lvl4pPr indent="-228600" lvl="3" marL="1828800" algn="l">
              <a:spcBef>
                <a:spcPts val="1157"/>
              </a:spcBef>
              <a:spcAft>
                <a:spcPts val="0"/>
              </a:spcAft>
              <a:buClr>
                <a:srgbClr val="888888"/>
              </a:buClr>
              <a:buSzPts val="5786"/>
              <a:buNone/>
              <a:defRPr sz="5786">
                <a:solidFill>
                  <a:srgbClr val="888888"/>
                </a:solidFill>
              </a:defRPr>
            </a:lvl4pPr>
            <a:lvl5pPr indent="-228600" lvl="4" marL="2286000" algn="l">
              <a:spcBef>
                <a:spcPts val="1157"/>
              </a:spcBef>
              <a:spcAft>
                <a:spcPts val="0"/>
              </a:spcAft>
              <a:buClr>
                <a:srgbClr val="888888"/>
              </a:buClr>
              <a:buSzPts val="5786"/>
              <a:buNone/>
              <a:defRPr sz="5786">
                <a:solidFill>
                  <a:srgbClr val="888888"/>
                </a:solidFill>
              </a:defRPr>
            </a:lvl5pPr>
            <a:lvl6pPr indent="-228600" lvl="5" marL="2743200" algn="l">
              <a:spcBef>
                <a:spcPts val="1157"/>
              </a:spcBef>
              <a:spcAft>
                <a:spcPts val="0"/>
              </a:spcAft>
              <a:buClr>
                <a:srgbClr val="888888"/>
              </a:buClr>
              <a:buSzPts val="5786"/>
              <a:buNone/>
              <a:defRPr sz="5786">
                <a:solidFill>
                  <a:srgbClr val="888888"/>
                </a:solidFill>
              </a:defRPr>
            </a:lvl6pPr>
            <a:lvl7pPr indent="-228600" lvl="6" marL="3200400" algn="l">
              <a:spcBef>
                <a:spcPts val="1157"/>
              </a:spcBef>
              <a:spcAft>
                <a:spcPts val="0"/>
              </a:spcAft>
              <a:buClr>
                <a:srgbClr val="888888"/>
              </a:buClr>
              <a:buSzPts val="5786"/>
              <a:buNone/>
              <a:defRPr sz="5786">
                <a:solidFill>
                  <a:srgbClr val="888888"/>
                </a:solidFill>
              </a:defRPr>
            </a:lvl7pPr>
            <a:lvl8pPr indent="-228600" lvl="7" marL="3657600" algn="l">
              <a:spcBef>
                <a:spcPts val="1157"/>
              </a:spcBef>
              <a:spcAft>
                <a:spcPts val="0"/>
              </a:spcAft>
              <a:buClr>
                <a:srgbClr val="888888"/>
              </a:buClr>
              <a:buSzPts val="5786"/>
              <a:buNone/>
              <a:defRPr sz="5786">
                <a:solidFill>
                  <a:srgbClr val="888888"/>
                </a:solidFill>
              </a:defRPr>
            </a:lvl8pPr>
            <a:lvl9pPr indent="-228600" lvl="8" marL="4114800" algn="l">
              <a:spcBef>
                <a:spcPts val="1157"/>
              </a:spcBef>
              <a:spcAft>
                <a:spcPts val="0"/>
              </a:spcAft>
              <a:buClr>
                <a:srgbClr val="888888"/>
              </a:buClr>
              <a:buSzPts val="5786"/>
              <a:buNone/>
              <a:defRPr sz="5786">
                <a:solidFill>
                  <a:srgbClr val="888888"/>
                </a:solidFill>
              </a:defRPr>
            </a:lvl9pPr>
          </a:lstStyle>
          <a:p/>
        </p:txBody>
      </p:sp>
      <p:sp>
        <p:nvSpPr>
          <p:cNvPr id="34" name="Google Shape;34;p5"/>
          <p:cNvSpPr txBox="1"/>
          <p:nvPr>
            <p:ph idx="10" type="dt"/>
          </p:nvPr>
        </p:nvSpPr>
        <p:spPr>
          <a:xfrm>
            <a:off x="1645920" y="40680642"/>
            <a:ext cx="7680960" cy="2336800"/>
          </a:xfrm>
          <a:prstGeom prst="rect">
            <a:avLst/>
          </a:prstGeom>
          <a:noFill/>
          <a:ln>
            <a:noFill/>
          </a:ln>
        </p:spPr>
        <p:txBody>
          <a:bodyPr anchorCtr="0" anchor="ctr" bIns="234075" lIns="468150" spcFirstLastPara="1" rIns="468150" wrap="square" tIns="2340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1" type="ftr"/>
          </p:nvPr>
        </p:nvSpPr>
        <p:spPr>
          <a:xfrm>
            <a:off x="11247120" y="40680642"/>
            <a:ext cx="10424160" cy="2336800"/>
          </a:xfrm>
          <a:prstGeom prst="rect">
            <a:avLst/>
          </a:prstGeom>
          <a:noFill/>
          <a:ln>
            <a:noFill/>
          </a:ln>
        </p:spPr>
        <p:txBody>
          <a:bodyPr anchorCtr="0" anchor="ctr" bIns="234075" lIns="468150" spcFirstLastPara="1" rIns="468150" wrap="square" tIns="2340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23591520" y="40680642"/>
            <a:ext cx="7680960" cy="2336800"/>
          </a:xfrm>
          <a:prstGeom prst="rect">
            <a:avLst/>
          </a:prstGeom>
          <a:noFill/>
          <a:ln>
            <a:noFill/>
          </a:ln>
        </p:spPr>
        <p:txBody>
          <a:bodyPr anchorCtr="0" anchor="ctr" bIns="234075" lIns="468150" spcFirstLastPara="1" rIns="468150" wrap="square" tIns="2340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1645920" y="1757684"/>
            <a:ext cx="29626561" cy="7315200"/>
          </a:xfrm>
          <a:prstGeom prst="rect">
            <a:avLst/>
          </a:prstGeom>
          <a:noFill/>
          <a:ln>
            <a:noFill/>
          </a:ln>
        </p:spPr>
        <p:txBody>
          <a:bodyPr anchorCtr="0" anchor="ctr" bIns="234075" lIns="468150" spcFirstLastPara="1" rIns="468150" wrap="square" tIns="234075">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 type="body"/>
          </p:nvPr>
        </p:nvSpPr>
        <p:spPr>
          <a:xfrm>
            <a:off x="9218298" y="45882561"/>
            <a:ext cx="82678904" cy="129773685"/>
          </a:xfrm>
          <a:prstGeom prst="rect">
            <a:avLst/>
          </a:prstGeom>
          <a:noFill/>
          <a:ln>
            <a:noFill/>
          </a:ln>
        </p:spPr>
        <p:txBody>
          <a:bodyPr anchorCtr="0" anchor="t" bIns="234075" lIns="468150" spcFirstLastPara="1" rIns="468150" wrap="square" tIns="234075">
            <a:normAutofit/>
          </a:bodyPr>
          <a:lstStyle>
            <a:lvl1pPr indent="-958278" lvl="0" marL="457200" algn="l">
              <a:spcBef>
                <a:spcPts val="2298"/>
              </a:spcBef>
              <a:spcAft>
                <a:spcPts val="0"/>
              </a:spcAft>
              <a:buClr>
                <a:schemeClr val="dk1"/>
              </a:buClr>
              <a:buSzPts val="11491"/>
              <a:buChar char="•"/>
              <a:defRPr sz="11491"/>
            </a:lvl1pPr>
            <a:lvl2pPr indent="-856170" lvl="1" marL="914400" algn="l">
              <a:spcBef>
                <a:spcPts val="1977"/>
              </a:spcBef>
              <a:spcAft>
                <a:spcPts val="0"/>
              </a:spcAft>
              <a:buClr>
                <a:schemeClr val="dk1"/>
              </a:buClr>
              <a:buSzPts val="9883"/>
              <a:buChar char="–"/>
              <a:defRPr sz="9883"/>
            </a:lvl2pPr>
            <a:lvl3pPr indent="-748982" lvl="2" marL="1371600" algn="l">
              <a:spcBef>
                <a:spcPts val="1639"/>
              </a:spcBef>
              <a:spcAft>
                <a:spcPts val="0"/>
              </a:spcAft>
              <a:buClr>
                <a:schemeClr val="dk1"/>
              </a:buClr>
              <a:buSzPts val="8195"/>
              <a:buChar char="•"/>
              <a:defRPr sz="8195"/>
            </a:lvl3pPr>
            <a:lvl4pPr indent="-697992" lvl="3" marL="1828800" algn="l">
              <a:spcBef>
                <a:spcPts val="1478"/>
              </a:spcBef>
              <a:spcAft>
                <a:spcPts val="0"/>
              </a:spcAft>
              <a:buClr>
                <a:schemeClr val="dk1"/>
              </a:buClr>
              <a:buSzPts val="7392"/>
              <a:buChar char="–"/>
              <a:defRPr sz="7392"/>
            </a:lvl4pPr>
            <a:lvl5pPr indent="-697992" lvl="4" marL="2286000" algn="l">
              <a:spcBef>
                <a:spcPts val="1478"/>
              </a:spcBef>
              <a:spcAft>
                <a:spcPts val="0"/>
              </a:spcAft>
              <a:buClr>
                <a:schemeClr val="dk1"/>
              </a:buClr>
              <a:buSzPts val="7392"/>
              <a:buChar char="»"/>
              <a:defRPr sz="7392"/>
            </a:lvl5pPr>
            <a:lvl6pPr indent="-697991" lvl="5" marL="2743200" algn="l">
              <a:spcBef>
                <a:spcPts val="1478"/>
              </a:spcBef>
              <a:spcAft>
                <a:spcPts val="0"/>
              </a:spcAft>
              <a:buClr>
                <a:schemeClr val="dk1"/>
              </a:buClr>
              <a:buSzPts val="7392"/>
              <a:buChar char="•"/>
              <a:defRPr sz="7392"/>
            </a:lvl6pPr>
            <a:lvl7pPr indent="-697991" lvl="6" marL="3200400" algn="l">
              <a:spcBef>
                <a:spcPts val="1478"/>
              </a:spcBef>
              <a:spcAft>
                <a:spcPts val="0"/>
              </a:spcAft>
              <a:buClr>
                <a:schemeClr val="dk1"/>
              </a:buClr>
              <a:buSzPts val="7392"/>
              <a:buChar char="•"/>
              <a:defRPr sz="7392"/>
            </a:lvl7pPr>
            <a:lvl8pPr indent="-697991" lvl="7" marL="3657600" algn="l">
              <a:spcBef>
                <a:spcPts val="1478"/>
              </a:spcBef>
              <a:spcAft>
                <a:spcPts val="0"/>
              </a:spcAft>
              <a:buClr>
                <a:schemeClr val="dk1"/>
              </a:buClr>
              <a:buSzPts val="7392"/>
              <a:buChar char="•"/>
              <a:defRPr sz="7392"/>
            </a:lvl8pPr>
            <a:lvl9pPr indent="-697991" lvl="8" marL="4114800" algn="l">
              <a:spcBef>
                <a:spcPts val="1478"/>
              </a:spcBef>
              <a:spcAft>
                <a:spcPts val="0"/>
              </a:spcAft>
              <a:buClr>
                <a:schemeClr val="dk1"/>
              </a:buClr>
              <a:buSzPts val="7392"/>
              <a:buChar char="•"/>
              <a:defRPr sz="7392"/>
            </a:lvl9pPr>
          </a:lstStyle>
          <a:p/>
        </p:txBody>
      </p:sp>
      <p:sp>
        <p:nvSpPr>
          <p:cNvPr id="40" name="Google Shape;40;p6"/>
          <p:cNvSpPr txBox="1"/>
          <p:nvPr>
            <p:ph idx="2" type="body"/>
          </p:nvPr>
        </p:nvSpPr>
        <p:spPr>
          <a:xfrm>
            <a:off x="92445842" y="45882561"/>
            <a:ext cx="82678910" cy="129773685"/>
          </a:xfrm>
          <a:prstGeom prst="rect">
            <a:avLst/>
          </a:prstGeom>
          <a:noFill/>
          <a:ln>
            <a:noFill/>
          </a:ln>
        </p:spPr>
        <p:txBody>
          <a:bodyPr anchorCtr="0" anchor="t" bIns="234075" lIns="468150" spcFirstLastPara="1" rIns="468150" wrap="square" tIns="234075">
            <a:normAutofit/>
          </a:bodyPr>
          <a:lstStyle>
            <a:lvl1pPr indent="-958278" lvl="0" marL="457200" algn="l">
              <a:spcBef>
                <a:spcPts val="2298"/>
              </a:spcBef>
              <a:spcAft>
                <a:spcPts val="0"/>
              </a:spcAft>
              <a:buClr>
                <a:schemeClr val="dk1"/>
              </a:buClr>
              <a:buSzPts val="11491"/>
              <a:buChar char="•"/>
              <a:defRPr sz="11491"/>
            </a:lvl1pPr>
            <a:lvl2pPr indent="-856170" lvl="1" marL="914400" algn="l">
              <a:spcBef>
                <a:spcPts val="1977"/>
              </a:spcBef>
              <a:spcAft>
                <a:spcPts val="0"/>
              </a:spcAft>
              <a:buClr>
                <a:schemeClr val="dk1"/>
              </a:buClr>
              <a:buSzPts val="9883"/>
              <a:buChar char="–"/>
              <a:defRPr sz="9883"/>
            </a:lvl2pPr>
            <a:lvl3pPr indent="-748982" lvl="2" marL="1371600" algn="l">
              <a:spcBef>
                <a:spcPts val="1639"/>
              </a:spcBef>
              <a:spcAft>
                <a:spcPts val="0"/>
              </a:spcAft>
              <a:buClr>
                <a:schemeClr val="dk1"/>
              </a:buClr>
              <a:buSzPts val="8195"/>
              <a:buChar char="•"/>
              <a:defRPr sz="8195"/>
            </a:lvl3pPr>
            <a:lvl4pPr indent="-697992" lvl="3" marL="1828800" algn="l">
              <a:spcBef>
                <a:spcPts val="1478"/>
              </a:spcBef>
              <a:spcAft>
                <a:spcPts val="0"/>
              </a:spcAft>
              <a:buClr>
                <a:schemeClr val="dk1"/>
              </a:buClr>
              <a:buSzPts val="7392"/>
              <a:buChar char="–"/>
              <a:defRPr sz="7392"/>
            </a:lvl4pPr>
            <a:lvl5pPr indent="-697992" lvl="4" marL="2286000" algn="l">
              <a:spcBef>
                <a:spcPts val="1478"/>
              </a:spcBef>
              <a:spcAft>
                <a:spcPts val="0"/>
              </a:spcAft>
              <a:buClr>
                <a:schemeClr val="dk1"/>
              </a:buClr>
              <a:buSzPts val="7392"/>
              <a:buChar char="»"/>
              <a:defRPr sz="7392"/>
            </a:lvl5pPr>
            <a:lvl6pPr indent="-697991" lvl="5" marL="2743200" algn="l">
              <a:spcBef>
                <a:spcPts val="1478"/>
              </a:spcBef>
              <a:spcAft>
                <a:spcPts val="0"/>
              </a:spcAft>
              <a:buClr>
                <a:schemeClr val="dk1"/>
              </a:buClr>
              <a:buSzPts val="7392"/>
              <a:buChar char="•"/>
              <a:defRPr sz="7392"/>
            </a:lvl6pPr>
            <a:lvl7pPr indent="-697991" lvl="6" marL="3200400" algn="l">
              <a:spcBef>
                <a:spcPts val="1478"/>
              </a:spcBef>
              <a:spcAft>
                <a:spcPts val="0"/>
              </a:spcAft>
              <a:buClr>
                <a:schemeClr val="dk1"/>
              </a:buClr>
              <a:buSzPts val="7392"/>
              <a:buChar char="•"/>
              <a:defRPr sz="7392"/>
            </a:lvl7pPr>
            <a:lvl8pPr indent="-697991" lvl="7" marL="3657600" algn="l">
              <a:spcBef>
                <a:spcPts val="1478"/>
              </a:spcBef>
              <a:spcAft>
                <a:spcPts val="0"/>
              </a:spcAft>
              <a:buClr>
                <a:schemeClr val="dk1"/>
              </a:buClr>
              <a:buSzPts val="7392"/>
              <a:buChar char="•"/>
              <a:defRPr sz="7392"/>
            </a:lvl8pPr>
            <a:lvl9pPr indent="-697991" lvl="8" marL="4114800" algn="l">
              <a:spcBef>
                <a:spcPts val="1478"/>
              </a:spcBef>
              <a:spcAft>
                <a:spcPts val="0"/>
              </a:spcAft>
              <a:buClr>
                <a:schemeClr val="dk1"/>
              </a:buClr>
              <a:buSzPts val="7392"/>
              <a:buChar char="•"/>
              <a:defRPr sz="7392"/>
            </a:lvl9pPr>
          </a:lstStyle>
          <a:p/>
        </p:txBody>
      </p:sp>
      <p:sp>
        <p:nvSpPr>
          <p:cNvPr id="41" name="Google Shape;41;p6"/>
          <p:cNvSpPr txBox="1"/>
          <p:nvPr>
            <p:ph idx="10" type="dt"/>
          </p:nvPr>
        </p:nvSpPr>
        <p:spPr>
          <a:xfrm>
            <a:off x="1645920" y="40680642"/>
            <a:ext cx="7680960" cy="2336800"/>
          </a:xfrm>
          <a:prstGeom prst="rect">
            <a:avLst/>
          </a:prstGeom>
          <a:noFill/>
          <a:ln>
            <a:noFill/>
          </a:ln>
        </p:spPr>
        <p:txBody>
          <a:bodyPr anchorCtr="0" anchor="ctr" bIns="234075" lIns="468150" spcFirstLastPara="1" rIns="468150" wrap="square" tIns="2340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11247120" y="40680642"/>
            <a:ext cx="10424160" cy="2336800"/>
          </a:xfrm>
          <a:prstGeom prst="rect">
            <a:avLst/>
          </a:prstGeom>
          <a:noFill/>
          <a:ln>
            <a:noFill/>
          </a:ln>
        </p:spPr>
        <p:txBody>
          <a:bodyPr anchorCtr="0" anchor="ctr" bIns="234075" lIns="468150" spcFirstLastPara="1" rIns="468150" wrap="square" tIns="2340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23591520" y="40680642"/>
            <a:ext cx="7680960" cy="2336800"/>
          </a:xfrm>
          <a:prstGeom prst="rect">
            <a:avLst/>
          </a:prstGeom>
          <a:noFill/>
          <a:ln>
            <a:noFill/>
          </a:ln>
        </p:spPr>
        <p:txBody>
          <a:bodyPr anchorCtr="0" anchor="ctr" bIns="234075" lIns="468150" spcFirstLastPara="1" rIns="468150" wrap="square" tIns="2340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1645920" y="1757684"/>
            <a:ext cx="29626561" cy="7315200"/>
          </a:xfrm>
          <a:prstGeom prst="rect">
            <a:avLst/>
          </a:prstGeom>
          <a:noFill/>
          <a:ln>
            <a:noFill/>
          </a:ln>
        </p:spPr>
        <p:txBody>
          <a:bodyPr anchorCtr="0" anchor="ctr" bIns="234075" lIns="468150" spcFirstLastPara="1" rIns="468150" wrap="square" tIns="234075">
            <a:normAutofit/>
          </a:bodyPr>
          <a:lstStyle>
            <a:lvl1pPr lvl="0" algn="ctr">
              <a:spcBef>
                <a:spcPts val="0"/>
              </a:spcBef>
              <a:spcAft>
                <a:spcPts val="0"/>
              </a:spcAft>
              <a:buClr>
                <a:schemeClr val="dk1"/>
              </a:buClr>
              <a:buSzPts val="1808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body"/>
          </p:nvPr>
        </p:nvSpPr>
        <p:spPr>
          <a:xfrm>
            <a:off x="1645921" y="9824723"/>
            <a:ext cx="14544677" cy="4094477"/>
          </a:xfrm>
          <a:prstGeom prst="rect">
            <a:avLst/>
          </a:prstGeom>
          <a:noFill/>
          <a:ln>
            <a:noFill/>
          </a:ln>
        </p:spPr>
        <p:txBody>
          <a:bodyPr anchorCtr="0" anchor="b" bIns="234075" lIns="468150" spcFirstLastPara="1" rIns="468150" wrap="square" tIns="234075">
            <a:normAutofit/>
          </a:bodyPr>
          <a:lstStyle>
            <a:lvl1pPr indent="-228600" lvl="0" marL="457200" algn="l">
              <a:spcBef>
                <a:spcPts val="1977"/>
              </a:spcBef>
              <a:spcAft>
                <a:spcPts val="0"/>
              </a:spcAft>
              <a:buClr>
                <a:schemeClr val="dk1"/>
              </a:buClr>
              <a:buSzPts val="9883"/>
              <a:buNone/>
              <a:defRPr b="1" sz="9883"/>
            </a:lvl1pPr>
            <a:lvl2pPr indent="-228600" lvl="1" marL="914400" algn="l">
              <a:spcBef>
                <a:spcPts val="1639"/>
              </a:spcBef>
              <a:spcAft>
                <a:spcPts val="0"/>
              </a:spcAft>
              <a:buClr>
                <a:schemeClr val="dk1"/>
              </a:buClr>
              <a:buSzPts val="8195"/>
              <a:buNone/>
              <a:defRPr b="1" sz="8195"/>
            </a:lvl2pPr>
            <a:lvl3pPr indent="-228600" lvl="2" marL="1371600" algn="l">
              <a:spcBef>
                <a:spcPts val="1478"/>
              </a:spcBef>
              <a:spcAft>
                <a:spcPts val="0"/>
              </a:spcAft>
              <a:buClr>
                <a:schemeClr val="dk1"/>
              </a:buClr>
              <a:buSzPts val="7392"/>
              <a:buNone/>
              <a:defRPr b="1" sz="7392"/>
            </a:lvl3pPr>
            <a:lvl4pPr indent="-228600" lvl="3" marL="1828800" algn="l">
              <a:spcBef>
                <a:spcPts val="1318"/>
              </a:spcBef>
              <a:spcAft>
                <a:spcPts val="0"/>
              </a:spcAft>
              <a:buClr>
                <a:schemeClr val="dk1"/>
              </a:buClr>
              <a:buSzPts val="6589"/>
              <a:buNone/>
              <a:defRPr b="1" sz="6589"/>
            </a:lvl4pPr>
            <a:lvl5pPr indent="-228600" lvl="4" marL="2286000" algn="l">
              <a:spcBef>
                <a:spcPts val="1318"/>
              </a:spcBef>
              <a:spcAft>
                <a:spcPts val="0"/>
              </a:spcAft>
              <a:buClr>
                <a:schemeClr val="dk1"/>
              </a:buClr>
              <a:buSzPts val="6589"/>
              <a:buNone/>
              <a:defRPr b="1" sz="6589"/>
            </a:lvl5pPr>
            <a:lvl6pPr indent="-228600" lvl="5" marL="2743200" algn="l">
              <a:spcBef>
                <a:spcPts val="1318"/>
              </a:spcBef>
              <a:spcAft>
                <a:spcPts val="0"/>
              </a:spcAft>
              <a:buClr>
                <a:schemeClr val="dk1"/>
              </a:buClr>
              <a:buSzPts val="6589"/>
              <a:buNone/>
              <a:defRPr b="1" sz="6589"/>
            </a:lvl6pPr>
            <a:lvl7pPr indent="-228600" lvl="6" marL="3200400" algn="l">
              <a:spcBef>
                <a:spcPts val="1318"/>
              </a:spcBef>
              <a:spcAft>
                <a:spcPts val="0"/>
              </a:spcAft>
              <a:buClr>
                <a:schemeClr val="dk1"/>
              </a:buClr>
              <a:buSzPts val="6589"/>
              <a:buNone/>
              <a:defRPr b="1" sz="6589"/>
            </a:lvl7pPr>
            <a:lvl8pPr indent="-228600" lvl="7" marL="3657600" algn="l">
              <a:spcBef>
                <a:spcPts val="1318"/>
              </a:spcBef>
              <a:spcAft>
                <a:spcPts val="0"/>
              </a:spcAft>
              <a:buClr>
                <a:schemeClr val="dk1"/>
              </a:buClr>
              <a:buSzPts val="6589"/>
              <a:buNone/>
              <a:defRPr b="1" sz="6589"/>
            </a:lvl8pPr>
            <a:lvl9pPr indent="-228600" lvl="8" marL="4114800" algn="l">
              <a:spcBef>
                <a:spcPts val="1318"/>
              </a:spcBef>
              <a:spcAft>
                <a:spcPts val="0"/>
              </a:spcAft>
              <a:buClr>
                <a:schemeClr val="dk1"/>
              </a:buClr>
              <a:buSzPts val="6589"/>
              <a:buNone/>
              <a:defRPr b="1" sz="6589"/>
            </a:lvl9pPr>
          </a:lstStyle>
          <a:p/>
        </p:txBody>
      </p:sp>
      <p:sp>
        <p:nvSpPr>
          <p:cNvPr id="47" name="Google Shape;47;p7"/>
          <p:cNvSpPr txBox="1"/>
          <p:nvPr>
            <p:ph idx="2" type="body"/>
          </p:nvPr>
        </p:nvSpPr>
        <p:spPr>
          <a:xfrm>
            <a:off x="1645921" y="13919200"/>
            <a:ext cx="14544677" cy="25288242"/>
          </a:xfrm>
          <a:prstGeom prst="rect">
            <a:avLst/>
          </a:prstGeom>
          <a:noFill/>
          <a:ln>
            <a:noFill/>
          </a:ln>
        </p:spPr>
        <p:txBody>
          <a:bodyPr anchorCtr="0" anchor="t" bIns="234075" lIns="468150" spcFirstLastPara="1" rIns="468150" wrap="square" tIns="234075">
            <a:normAutofit/>
          </a:bodyPr>
          <a:lstStyle>
            <a:lvl1pPr indent="-856170" lvl="0" marL="457200" algn="l">
              <a:spcBef>
                <a:spcPts val="1977"/>
              </a:spcBef>
              <a:spcAft>
                <a:spcPts val="0"/>
              </a:spcAft>
              <a:buClr>
                <a:schemeClr val="dk1"/>
              </a:buClr>
              <a:buSzPts val="9883"/>
              <a:buChar char="•"/>
              <a:defRPr sz="9883"/>
            </a:lvl1pPr>
            <a:lvl2pPr indent="-748982" lvl="1" marL="914400" algn="l">
              <a:spcBef>
                <a:spcPts val="1639"/>
              </a:spcBef>
              <a:spcAft>
                <a:spcPts val="0"/>
              </a:spcAft>
              <a:buClr>
                <a:schemeClr val="dk1"/>
              </a:buClr>
              <a:buSzPts val="8195"/>
              <a:buChar char="–"/>
              <a:defRPr sz="8195"/>
            </a:lvl2pPr>
            <a:lvl3pPr indent="-697992" lvl="2" marL="1371600" algn="l">
              <a:spcBef>
                <a:spcPts val="1478"/>
              </a:spcBef>
              <a:spcAft>
                <a:spcPts val="0"/>
              </a:spcAft>
              <a:buClr>
                <a:schemeClr val="dk1"/>
              </a:buClr>
              <a:buSzPts val="7392"/>
              <a:buChar char="•"/>
              <a:defRPr sz="7392"/>
            </a:lvl3pPr>
            <a:lvl4pPr indent="-647001" lvl="3" marL="1828800" algn="l">
              <a:spcBef>
                <a:spcPts val="1318"/>
              </a:spcBef>
              <a:spcAft>
                <a:spcPts val="0"/>
              </a:spcAft>
              <a:buClr>
                <a:schemeClr val="dk1"/>
              </a:buClr>
              <a:buSzPts val="6589"/>
              <a:buChar char="–"/>
              <a:defRPr sz="6589"/>
            </a:lvl4pPr>
            <a:lvl5pPr indent="-647001" lvl="4" marL="2286000" algn="l">
              <a:spcBef>
                <a:spcPts val="1318"/>
              </a:spcBef>
              <a:spcAft>
                <a:spcPts val="0"/>
              </a:spcAft>
              <a:buClr>
                <a:schemeClr val="dk1"/>
              </a:buClr>
              <a:buSzPts val="6589"/>
              <a:buChar char="»"/>
              <a:defRPr sz="6589"/>
            </a:lvl5pPr>
            <a:lvl6pPr indent="-647001" lvl="5" marL="2743200" algn="l">
              <a:spcBef>
                <a:spcPts val="1318"/>
              </a:spcBef>
              <a:spcAft>
                <a:spcPts val="0"/>
              </a:spcAft>
              <a:buClr>
                <a:schemeClr val="dk1"/>
              </a:buClr>
              <a:buSzPts val="6589"/>
              <a:buChar char="•"/>
              <a:defRPr sz="6589"/>
            </a:lvl6pPr>
            <a:lvl7pPr indent="-647001" lvl="6" marL="3200400" algn="l">
              <a:spcBef>
                <a:spcPts val="1318"/>
              </a:spcBef>
              <a:spcAft>
                <a:spcPts val="0"/>
              </a:spcAft>
              <a:buClr>
                <a:schemeClr val="dk1"/>
              </a:buClr>
              <a:buSzPts val="6589"/>
              <a:buChar char="•"/>
              <a:defRPr sz="6589"/>
            </a:lvl7pPr>
            <a:lvl8pPr indent="-647001" lvl="7" marL="3657600" algn="l">
              <a:spcBef>
                <a:spcPts val="1318"/>
              </a:spcBef>
              <a:spcAft>
                <a:spcPts val="0"/>
              </a:spcAft>
              <a:buClr>
                <a:schemeClr val="dk1"/>
              </a:buClr>
              <a:buSzPts val="6589"/>
              <a:buChar char="•"/>
              <a:defRPr sz="6589"/>
            </a:lvl8pPr>
            <a:lvl9pPr indent="-647001" lvl="8" marL="4114800" algn="l">
              <a:spcBef>
                <a:spcPts val="1318"/>
              </a:spcBef>
              <a:spcAft>
                <a:spcPts val="0"/>
              </a:spcAft>
              <a:buClr>
                <a:schemeClr val="dk1"/>
              </a:buClr>
              <a:buSzPts val="6589"/>
              <a:buChar char="•"/>
              <a:defRPr sz="6589"/>
            </a:lvl9pPr>
          </a:lstStyle>
          <a:p/>
        </p:txBody>
      </p:sp>
      <p:sp>
        <p:nvSpPr>
          <p:cNvPr id="48" name="Google Shape;48;p7"/>
          <p:cNvSpPr txBox="1"/>
          <p:nvPr>
            <p:ph idx="3" type="body"/>
          </p:nvPr>
        </p:nvSpPr>
        <p:spPr>
          <a:xfrm>
            <a:off x="16722092" y="9824723"/>
            <a:ext cx="14550389" cy="4094477"/>
          </a:xfrm>
          <a:prstGeom prst="rect">
            <a:avLst/>
          </a:prstGeom>
          <a:noFill/>
          <a:ln>
            <a:noFill/>
          </a:ln>
        </p:spPr>
        <p:txBody>
          <a:bodyPr anchorCtr="0" anchor="b" bIns="234075" lIns="468150" spcFirstLastPara="1" rIns="468150" wrap="square" tIns="234075">
            <a:normAutofit/>
          </a:bodyPr>
          <a:lstStyle>
            <a:lvl1pPr indent="-228600" lvl="0" marL="457200" algn="l">
              <a:spcBef>
                <a:spcPts val="1977"/>
              </a:spcBef>
              <a:spcAft>
                <a:spcPts val="0"/>
              </a:spcAft>
              <a:buClr>
                <a:schemeClr val="dk1"/>
              </a:buClr>
              <a:buSzPts val="9883"/>
              <a:buNone/>
              <a:defRPr b="1" sz="9883"/>
            </a:lvl1pPr>
            <a:lvl2pPr indent="-228600" lvl="1" marL="914400" algn="l">
              <a:spcBef>
                <a:spcPts val="1639"/>
              </a:spcBef>
              <a:spcAft>
                <a:spcPts val="0"/>
              </a:spcAft>
              <a:buClr>
                <a:schemeClr val="dk1"/>
              </a:buClr>
              <a:buSzPts val="8195"/>
              <a:buNone/>
              <a:defRPr b="1" sz="8195"/>
            </a:lvl2pPr>
            <a:lvl3pPr indent="-228600" lvl="2" marL="1371600" algn="l">
              <a:spcBef>
                <a:spcPts val="1478"/>
              </a:spcBef>
              <a:spcAft>
                <a:spcPts val="0"/>
              </a:spcAft>
              <a:buClr>
                <a:schemeClr val="dk1"/>
              </a:buClr>
              <a:buSzPts val="7392"/>
              <a:buNone/>
              <a:defRPr b="1" sz="7392"/>
            </a:lvl3pPr>
            <a:lvl4pPr indent="-228600" lvl="3" marL="1828800" algn="l">
              <a:spcBef>
                <a:spcPts val="1318"/>
              </a:spcBef>
              <a:spcAft>
                <a:spcPts val="0"/>
              </a:spcAft>
              <a:buClr>
                <a:schemeClr val="dk1"/>
              </a:buClr>
              <a:buSzPts val="6589"/>
              <a:buNone/>
              <a:defRPr b="1" sz="6589"/>
            </a:lvl4pPr>
            <a:lvl5pPr indent="-228600" lvl="4" marL="2286000" algn="l">
              <a:spcBef>
                <a:spcPts val="1318"/>
              </a:spcBef>
              <a:spcAft>
                <a:spcPts val="0"/>
              </a:spcAft>
              <a:buClr>
                <a:schemeClr val="dk1"/>
              </a:buClr>
              <a:buSzPts val="6589"/>
              <a:buNone/>
              <a:defRPr b="1" sz="6589"/>
            </a:lvl5pPr>
            <a:lvl6pPr indent="-228600" lvl="5" marL="2743200" algn="l">
              <a:spcBef>
                <a:spcPts val="1318"/>
              </a:spcBef>
              <a:spcAft>
                <a:spcPts val="0"/>
              </a:spcAft>
              <a:buClr>
                <a:schemeClr val="dk1"/>
              </a:buClr>
              <a:buSzPts val="6589"/>
              <a:buNone/>
              <a:defRPr b="1" sz="6589"/>
            </a:lvl6pPr>
            <a:lvl7pPr indent="-228600" lvl="6" marL="3200400" algn="l">
              <a:spcBef>
                <a:spcPts val="1318"/>
              </a:spcBef>
              <a:spcAft>
                <a:spcPts val="0"/>
              </a:spcAft>
              <a:buClr>
                <a:schemeClr val="dk1"/>
              </a:buClr>
              <a:buSzPts val="6589"/>
              <a:buNone/>
              <a:defRPr b="1" sz="6589"/>
            </a:lvl7pPr>
            <a:lvl8pPr indent="-228600" lvl="7" marL="3657600" algn="l">
              <a:spcBef>
                <a:spcPts val="1318"/>
              </a:spcBef>
              <a:spcAft>
                <a:spcPts val="0"/>
              </a:spcAft>
              <a:buClr>
                <a:schemeClr val="dk1"/>
              </a:buClr>
              <a:buSzPts val="6589"/>
              <a:buNone/>
              <a:defRPr b="1" sz="6589"/>
            </a:lvl8pPr>
            <a:lvl9pPr indent="-228600" lvl="8" marL="4114800" algn="l">
              <a:spcBef>
                <a:spcPts val="1318"/>
              </a:spcBef>
              <a:spcAft>
                <a:spcPts val="0"/>
              </a:spcAft>
              <a:buClr>
                <a:schemeClr val="dk1"/>
              </a:buClr>
              <a:buSzPts val="6589"/>
              <a:buNone/>
              <a:defRPr b="1" sz="6589"/>
            </a:lvl9pPr>
          </a:lstStyle>
          <a:p/>
        </p:txBody>
      </p:sp>
      <p:sp>
        <p:nvSpPr>
          <p:cNvPr id="49" name="Google Shape;49;p7"/>
          <p:cNvSpPr txBox="1"/>
          <p:nvPr>
            <p:ph idx="4" type="body"/>
          </p:nvPr>
        </p:nvSpPr>
        <p:spPr>
          <a:xfrm>
            <a:off x="16722092" y="13919200"/>
            <a:ext cx="14550389" cy="25288242"/>
          </a:xfrm>
          <a:prstGeom prst="rect">
            <a:avLst/>
          </a:prstGeom>
          <a:noFill/>
          <a:ln>
            <a:noFill/>
          </a:ln>
        </p:spPr>
        <p:txBody>
          <a:bodyPr anchorCtr="0" anchor="t" bIns="234075" lIns="468150" spcFirstLastPara="1" rIns="468150" wrap="square" tIns="234075">
            <a:normAutofit/>
          </a:bodyPr>
          <a:lstStyle>
            <a:lvl1pPr indent="-856170" lvl="0" marL="457200" algn="l">
              <a:spcBef>
                <a:spcPts val="1977"/>
              </a:spcBef>
              <a:spcAft>
                <a:spcPts val="0"/>
              </a:spcAft>
              <a:buClr>
                <a:schemeClr val="dk1"/>
              </a:buClr>
              <a:buSzPts val="9883"/>
              <a:buChar char="•"/>
              <a:defRPr sz="9883"/>
            </a:lvl1pPr>
            <a:lvl2pPr indent="-748982" lvl="1" marL="914400" algn="l">
              <a:spcBef>
                <a:spcPts val="1639"/>
              </a:spcBef>
              <a:spcAft>
                <a:spcPts val="0"/>
              </a:spcAft>
              <a:buClr>
                <a:schemeClr val="dk1"/>
              </a:buClr>
              <a:buSzPts val="8195"/>
              <a:buChar char="–"/>
              <a:defRPr sz="8195"/>
            </a:lvl2pPr>
            <a:lvl3pPr indent="-697992" lvl="2" marL="1371600" algn="l">
              <a:spcBef>
                <a:spcPts val="1478"/>
              </a:spcBef>
              <a:spcAft>
                <a:spcPts val="0"/>
              </a:spcAft>
              <a:buClr>
                <a:schemeClr val="dk1"/>
              </a:buClr>
              <a:buSzPts val="7392"/>
              <a:buChar char="•"/>
              <a:defRPr sz="7392"/>
            </a:lvl3pPr>
            <a:lvl4pPr indent="-647001" lvl="3" marL="1828800" algn="l">
              <a:spcBef>
                <a:spcPts val="1318"/>
              </a:spcBef>
              <a:spcAft>
                <a:spcPts val="0"/>
              </a:spcAft>
              <a:buClr>
                <a:schemeClr val="dk1"/>
              </a:buClr>
              <a:buSzPts val="6589"/>
              <a:buChar char="–"/>
              <a:defRPr sz="6589"/>
            </a:lvl4pPr>
            <a:lvl5pPr indent="-647001" lvl="4" marL="2286000" algn="l">
              <a:spcBef>
                <a:spcPts val="1318"/>
              </a:spcBef>
              <a:spcAft>
                <a:spcPts val="0"/>
              </a:spcAft>
              <a:buClr>
                <a:schemeClr val="dk1"/>
              </a:buClr>
              <a:buSzPts val="6589"/>
              <a:buChar char="»"/>
              <a:defRPr sz="6589"/>
            </a:lvl5pPr>
            <a:lvl6pPr indent="-647001" lvl="5" marL="2743200" algn="l">
              <a:spcBef>
                <a:spcPts val="1318"/>
              </a:spcBef>
              <a:spcAft>
                <a:spcPts val="0"/>
              </a:spcAft>
              <a:buClr>
                <a:schemeClr val="dk1"/>
              </a:buClr>
              <a:buSzPts val="6589"/>
              <a:buChar char="•"/>
              <a:defRPr sz="6589"/>
            </a:lvl6pPr>
            <a:lvl7pPr indent="-647001" lvl="6" marL="3200400" algn="l">
              <a:spcBef>
                <a:spcPts val="1318"/>
              </a:spcBef>
              <a:spcAft>
                <a:spcPts val="0"/>
              </a:spcAft>
              <a:buClr>
                <a:schemeClr val="dk1"/>
              </a:buClr>
              <a:buSzPts val="6589"/>
              <a:buChar char="•"/>
              <a:defRPr sz="6589"/>
            </a:lvl7pPr>
            <a:lvl8pPr indent="-647001" lvl="7" marL="3657600" algn="l">
              <a:spcBef>
                <a:spcPts val="1318"/>
              </a:spcBef>
              <a:spcAft>
                <a:spcPts val="0"/>
              </a:spcAft>
              <a:buClr>
                <a:schemeClr val="dk1"/>
              </a:buClr>
              <a:buSzPts val="6589"/>
              <a:buChar char="•"/>
              <a:defRPr sz="6589"/>
            </a:lvl8pPr>
            <a:lvl9pPr indent="-647001" lvl="8" marL="4114800" algn="l">
              <a:spcBef>
                <a:spcPts val="1318"/>
              </a:spcBef>
              <a:spcAft>
                <a:spcPts val="0"/>
              </a:spcAft>
              <a:buClr>
                <a:schemeClr val="dk1"/>
              </a:buClr>
              <a:buSzPts val="6589"/>
              <a:buChar char="•"/>
              <a:defRPr sz="6589"/>
            </a:lvl9pPr>
          </a:lstStyle>
          <a:p/>
        </p:txBody>
      </p:sp>
      <p:sp>
        <p:nvSpPr>
          <p:cNvPr id="50" name="Google Shape;50;p7"/>
          <p:cNvSpPr txBox="1"/>
          <p:nvPr>
            <p:ph idx="10" type="dt"/>
          </p:nvPr>
        </p:nvSpPr>
        <p:spPr>
          <a:xfrm>
            <a:off x="1645920" y="40680642"/>
            <a:ext cx="7680960" cy="2336800"/>
          </a:xfrm>
          <a:prstGeom prst="rect">
            <a:avLst/>
          </a:prstGeom>
          <a:noFill/>
          <a:ln>
            <a:noFill/>
          </a:ln>
        </p:spPr>
        <p:txBody>
          <a:bodyPr anchorCtr="0" anchor="ctr" bIns="234075" lIns="468150" spcFirstLastPara="1" rIns="468150" wrap="square" tIns="2340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1" type="ftr"/>
          </p:nvPr>
        </p:nvSpPr>
        <p:spPr>
          <a:xfrm>
            <a:off x="11247120" y="40680642"/>
            <a:ext cx="10424160" cy="2336800"/>
          </a:xfrm>
          <a:prstGeom prst="rect">
            <a:avLst/>
          </a:prstGeom>
          <a:noFill/>
          <a:ln>
            <a:noFill/>
          </a:ln>
        </p:spPr>
        <p:txBody>
          <a:bodyPr anchorCtr="0" anchor="ctr" bIns="234075" lIns="468150" spcFirstLastPara="1" rIns="468150" wrap="square" tIns="2340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23591520" y="40680642"/>
            <a:ext cx="7680960" cy="2336800"/>
          </a:xfrm>
          <a:prstGeom prst="rect">
            <a:avLst/>
          </a:prstGeom>
          <a:noFill/>
          <a:ln>
            <a:noFill/>
          </a:ln>
        </p:spPr>
        <p:txBody>
          <a:bodyPr anchorCtr="0" anchor="ctr" bIns="234075" lIns="468150" spcFirstLastPara="1" rIns="468150" wrap="square" tIns="2340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1645920" y="1757684"/>
            <a:ext cx="29626561" cy="7315200"/>
          </a:xfrm>
          <a:prstGeom prst="rect">
            <a:avLst/>
          </a:prstGeom>
          <a:noFill/>
          <a:ln>
            <a:noFill/>
          </a:ln>
        </p:spPr>
        <p:txBody>
          <a:bodyPr anchorCtr="0" anchor="ctr" bIns="234075" lIns="468150" spcFirstLastPara="1" rIns="468150" wrap="square" tIns="234075">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0" type="dt"/>
          </p:nvPr>
        </p:nvSpPr>
        <p:spPr>
          <a:xfrm>
            <a:off x="1645920" y="40680642"/>
            <a:ext cx="7680960" cy="2336800"/>
          </a:xfrm>
          <a:prstGeom prst="rect">
            <a:avLst/>
          </a:prstGeom>
          <a:noFill/>
          <a:ln>
            <a:noFill/>
          </a:ln>
        </p:spPr>
        <p:txBody>
          <a:bodyPr anchorCtr="0" anchor="ctr" bIns="234075" lIns="468150" spcFirstLastPara="1" rIns="468150" wrap="square" tIns="2340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11247120" y="40680642"/>
            <a:ext cx="10424160" cy="2336800"/>
          </a:xfrm>
          <a:prstGeom prst="rect">
            <a:avLst/>
          </a:prstGeom>
          <a:noFill/>
          <a:ln>
            <a:noFill/>
          </a:ln>
        </p:spPr>
        <p:txBody>
          <a:bodyPr anchorCtr="0" anchor="ctr" bIns="234075" lIns="468150" spcFirstLastPara="1" rIns="468150" wrap="square" tIns="2340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23591520" y="40680642"/>
            <a:ext cx="7680960" cy="2336800"/>
          </a:xfrm>
          <a:prstGeom prst="rect">
            <a:avLst/>
          </a:prstGeom>
          <a:noFill/>
          <a:ln>
            <a:noFill/>
          </a:ln>
        </p:spPr>
        <p:txBody>
          <a:bodyPr anchorCtr="0" anchor="ctr" bIns="234075" lIns="468150" spcFirstLastPara="1" rIns="468150" wrap="square" tIns="2340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9"/>
          <p:cNvSpPr txBox="1"/>
          <p:nvPr>
            <p:ph idx="10" type="dt"/>
          </p:nvPr>
        </p:nvSpPr>
        <p:spPr>
          <a:xfrm>
            <a:off x="1645920" y="40680642"/>
            <a:ext cx="7680960" cy="2336800"/>
          </a:xfrm>
          <a:prstGeom prst="rect">
            <a:avLst/>
          </a:prstGeom>
          <a:noFill/>
          <a:ln>
            <a:noFill/>
          </a:ln>
        </p:spPr>
        <p:txBody>
          <a:bodyPr anchorCtr="0" anchor="ctr" bIns="234075" lIns="468150" spcFirstLastPara="1" rIns="468150" wrap="square" tIns="2340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1" type="ftr"/>
          </p:nvPr>
        </p:nvSpPr>
        <p:spPr>
          <a:xfrm>
            <a:off x="11247120" y="40680642"/>
            <a:ext cx="10424160" cy="2336800"/>
          </a:xfrm>
          <a:prstGeom prst="rect">
            <a:avLst/>
          </a:prstGeom>
          <a:noFill/>
          <a:ln>
            <a:noFill/>
          </a:ln>
        </p:spPr>
        <p:txBody>
          <a:bodyPr anchorCtr="0" anchor="ctr" bIns="234075" lIns="468150" spcFirstLastPara="1" rIns="468150" wrap="square" tIns="2340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9"/>
          <p:cNvSpPr txBox="1"/>
          <p:nvPr>
            <p:ph idx="12" type="sldNum"/>
          </p:nvPr>
        </p:nvSpPr>
        <p:spPr>
          <a:xfrm>
            <a:off x="23591520" y="40680642"/>
            <a:ext cx="7680960" cy="2336800"/>
          </a:xfrm>
          <a:prstGeom prst="rect">
            <a:avLst/>
          </a:prstGeom>
          <a:noFill/>
          <a:ln>
            <a:noFill/>
          </a:ln>
        </p:spPr>
        <p:txBody>
          <a:bodyPr anchorCtr="0" anchor="ctr" bIns="234075" lIns="468150" spcFirstLastPara="1" rIns="468150" wrap="square" tIns="2340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2" name="Shape 62"/>
        <p:cNvGrpSpPr/>
        <p:nvPr/>
      </p:nvGrpSpPr>
      <p:grpSpPr>
        <a:xfrm>
          <a:off x="0" y="0"/>
          <a:ext cx="0" cy="0"/>
          <a:chOff x="0" y="0"/>
          <a:chExt cx="0" cy="0"/>
        </a:xfrm>
      </p:grpSpPr>
      <p:sp>
        <p:nvSpPr>
          <p:cNvPr id="63" name="Google Shape;63;p10"/>
          <p:cNvSpPr txBox="1"/>
          <p:nvPr>
            <p:ph type="title"/>
          </p:nvPr>
        </p:nvSpPr>
        <p:spPr>
          <a:xfrm>
            <a:off x="1645924" y="1747520"/>
            <a:ext cx="10829927" cy="7437120"/>
          </a:xfrm>
          <a:prstGeom prst="rect">
            <a:avLst/>
          </a:prstGeom>
          <a:noFill/>
          <a:ln>
            <a:noFill/>
          </a:ln>
        </p:spPr>
        <p:txBody>
          <a:bodyPr anchorCtr="0" anchor="b" bIns="234075" lIns="468150" spcFirstLastPara="1" rIns="468150" wrap="square" tIns="234075">
            <a:normAutofit/>
          </a:bodyPr>
          <a:lstStyle>
            <a:lvl1pPr lvl="0" algn="l">
              <a:spcBef>
                <a:spcPts val="0"/>
              </a:spcBef>
              <a:spcAft>
                <a:spcPts val="0"/>
              </a:spcAft>
              <a:buClr>
                <a:schemeClr val="dk1"/>
              </a:buClr>
              <a:buSzPts val="8195"/>
              <a:buFont typeface="Calibri"/>
              <a:buNone/>
              <a:defRPr b="1" sz="8195"/>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10"/>
          <p:cNvSpPr txBox="1"/>
          <p:nvPr>
            <p:ph idx="1" type="body"/>
          </p:nvPr>
        </p:nvSpPr>
        <p:spPr>
          <a:xfrm>
            <a:off x="12870180" y="1747524"/>
            <a:ext cx="18402300" cy="37459924"/>
          </a:xfrm>
          <a:prstGeom prst="rect">
            <a:avLst/>
          </a:prstGeom>
          <a:noFill/>
          <a:ln>
            <a:noFill/>
          </a:ln>
        </p:spPr>
        <p:txBody>
          <a:bodyPr anchorCtr="0" anchor="t" bIns="234075" lIns="468150" spcFirstLastPara="1" rIns="468150" wrap="square" tIns="234075">
            <a:normAutofit/>
          </a:bodyPr>
          <a:lstStyle>
            <a:lvl1pPr indent="-1065403" lvl="0" marL="457200" algn="l">
              <a:spcBef>
                <a:spcPts val="2636"/>
              </a:spcBef>
              <a:spcAft>
                <a:spcPts val="0"/>
              </a:spcAft>
              <a:buClr>
                <a:schemeClr val="dk1"/>
              </a:buClr>
              <a:buSzPts val="13178"/>
              <a:buChar char="•"/>
              <a:defRPr sz="13178"/>
            </a:lvl1pPr>
            <a:lvl2pPr indent="-958278" lvl="1" marL="914400" algn="l">
              <a:spcBef>
                <a:spcPts val="2298"/>
              </a:spcBef>
              <a:spcAft>
                <a:spcPts val="0"/>
              </a:spcAft>
              <a:buClr>
                <a:schemeClr val="dk1"/>
              </a:buClr>
              <a:buSzPts val="11491"/>
              <a:buChar char="–"/>
              <a:defRPr sz="11491"/>
            </a:lvl2pPr>
            <a:lvl3pPr indent="-856170" lvl="2" marL="1371600" algn="l">
              <a:spcBef>
                <a:spcPts val="1977"/>
              </a:spcBef>
              <a:spcAft>
                <a:spcPts val="0"/>
              </a:spcAft>
              <a:buClr>
                <a:schemeClr val="dk1"/>
              </a:buClr>
              <a:buSzPts val="9883"/>
              <a:buChar char="•"/>
              <a:defRPr sz="9883"/>
            </a:lvl3pPr>
            <a:lvl4pPr indent="-748982" lvl="3" marL="1828800" algn="l">
              <a:spcBef>
                <a:spcPts val="1639"/>
              </a:spcBef>
              <a:spcAft>
                <a:spcPts val="0"/>
              </a:spcAft>
              <a:buClr>
                <a:schemeClr val="dk1"/>
              </a:buClr>
              <a:buSzPts val="8195"/>
              <a:buChar char="–"/>
              <a:defRPr sz="8195"/>
            </a:lvl4pPr>
            <a:lvl5pPr indent="-748982" lvl="4" marL="2286000" algn="l">
              <a:spcBef>
                <a:spcPts val="1639"/>
              </a:spcBef>
              <a:spcAft>
                <a:spcPts val="0"/>
              </a:spcAft>
              <a:buClr>
                <a:schemeClr val="dk1"/>
              </a:buClr>
              <a:buSzPts val="8195"/>
              <a:buChar char="»"/>
              <a:defRPr sz="8195"/>
            </a:lvl5pPr>
            <a:lvl6pPr indent="-748982" lvl="5" marL="2743200" algn="l">
              <a:spcBef>
                <a:spcPts val="1639"/>
              </a:spcBef>
              <a:spcAft>
                <a:spcPts val="0"/>
              </a:spcAft>
              <a:buClr>
                <a:schemeClr val="dk1"/>
              </a:buClr>
              <a:buSzPts val="8195"/>
              <a:buChar char="•"/>
              <a:defRPr sz="8195"/>
            </a:lvl6pPr>
            <a:lvl7pPr indent="-748982" lvl="6" marL="3200400" algn="l">
              <a:spcBef>
                <a:spcPts val="1639"/>
              </a:spcBef>
              <a:spcAft>
                <a:spcPts val="0"/>
              </a:spcAft>
              <a:buClr>
                <a:schemeClr val="dk1"/>
              </a:buClr>
              <a:buSzPts val="8195"/>
              <a:buChar char="•"/>
              <a:defRPr sz="8195"/>
            </a:lvl7pPr>
            <a:lvl8pPr indent="-748982" lvl="7" marL="3657600" algn="l">
              <a:spcBef>
                <a:spcPts val="1639"/>
              </a:spcBef>
              <a:spcAft>
                <a:spcPts val="0"/>
              </a:spcAft>
              <a:buClr>
                <a:schemeClr val="dk1"/>
              </a:buClr>
              <a:buSzPts val="8195"/>
              <a:buChar char="•"/>
              <a:defRPr sz="8195"/>
            </a:lvl8pPr>
            <a:lvl9pPr indent="-748982" lvl="8" marL="4114800" algn="l">
              <a:spcBef>
                <a:spcPts val="1639"/>
              </a:spcBef>
              <a:spcAft>
                <a:spcPts val="0"/>
              </a:spcAft>
              <a:buClr>
                <a:schemeClr val="dk1"/>
              </a:buClr>
              <a:buSzPts val="8195"/>
              <a:buChar char="•"/>
              <a:defRPr sz="8195"/>
            </a:lvl9pPr>
          </a:lstStyle>
          <a:p/>
        </p:txBody>
      </p:sp>
      <p:sp>
        <p:nvSpPr>
          <p:cNvPr id="65" name="Google Shape;65;p10"/>
          <p:cNvSpPr txBox="1"/>
          <p:nvPr>
            <p:ph idx="2" type="body"/>
          </p:nvPr>
        </p:nvSpPr>
        <p:spPr>
          <a:xfrm>
            <a:off x="1645924" y="9184646"/>
            <a:ext cx="10829927" cy="30022803"/>
          </a:xfrm>
          <a:prstGeom prst="rect">
            <a:avLst/>
          </a:prstGeom>
          <a:noFill/>
          <a:ln>
            <a:noFill/>
          </a:ln>
        </p:spPr>
        <p:txBody>
          <a:bodyPr anchorCtr="0" anchor="t" bIns="234075" lIns="468150" spcFirstLastPara="1" rIns="468150" wrap="square" tIns="234075">
            <a:normAutofit/>
          </a:bodyPr>
          <a:lstStyle>
            <a:lvl1pPr indent="-228600" lvl="0" marL="457200" algn="l">
              <a:spcBef>
                <a:spcPts val="1157"/>
              </a:spcBef>
              <a:spcAft>
                <a:spcPts val="0"/>
              </a:spcAft>
              <a:buClr>
                <a:schemeClr val="dk1"/>
              </a:buClr>
              <a:buSzPts val="5786"/>
              <a:buNone/>
              <a:defRPr sz="5786"/>
            </a:lvl1pPr>
            <a:lvl2pPr indent="-228600" lvl="1" marL="914400" algn="l">
              <a:spcBef>
                <a:spcPts val="980"/>
              </a:spcBef>
              <a:spcAft>
                <a:spcPts val="0"/>
              </a:spcAft>
              <a:buClr>
                <a:schemeClr val="dk1"/>
              </a:buClr>
              <a:buSzPts val="4902"/>
              <a:buNone/>
              <a:defRPr sz="4902"/>
            </a:lvl2pPr>
            <a:lvl3pPr indent="-228600" lvl="2" marL="1371600" algn="l">
              <a:spcBef>
                <a:spcPts val="820"/>
              </a:spcBef>
              <a:spcAft>
                <a:spcPts val="0"/>
              </a:spcAft>
              <a:buClr>
                <a:schemeClr val="dk1"/>
              </a:buClr>
              <a:buSzPts val="4098"/>
              <a:buNone/>
              <a:defRPr sz="4098"/>
            </a:lvl3pPr>
            <a:lvl4pPr indent="-228600" lvl="3" marL="1828800" algn="l">
              <a:spcBef>
                <a:spcPts val="739"/>
              </a:spcBef>
              <a:spcAft>
                <a:spcPts val="0"/>
              </a:spcAft>
              <a:buClr>
                <a:schemeClr val="dk1"/>
              </a:buClr>
              <a:buSzPts val="3696"/>
              <a:buNone/>
              <a:defRPr sz="3696"/>
            </a:lvl4pPr>
            <a:lvl5pPr indent="-228600" lvl="4" marL="2286000" algn="l">
              <a:spcBef>
                <a:spcPts val="739"/>
              </a:spcBef>
              <a:spcAft>
                <a:spcPts val="0"/>
              </a:spcAft>
              <a:buClr>
                <a:schemeClr val="dk1"/>
              </a:buClr>
              <a:buSzPts val="3696"/>
              <a:buNone/>
              <a:defRPr sz="3696"/>
            </a:lvl5pPr>
            <a:lvl6pPr indent="-228600" lvl="5" marL="2743200" algn="l">
              <a:spcBef>
                <a:spcPts val="739"/>
              </a:spcBef>
              <a:spcAft>
                <a:spcPts val="0"/>
              </a:spcAft>
              <a:buClr>
                <a:schemeClr val="dk1"/>
              </a:buClr>
              <a:buSzPts val="3696"/>
              <a:buNone/>
              <a:defRPr sz="3696"/>
            </a:lvl6pPr>
            <a:lvl7pPr indent="-228600" lvl="6" marL="3200400" algn="l">
              <a:spcBef>
                <a:spcPts val="739"/>
              </a:spcBef>
              <a:spcAft>
                <a:spcPts val="0"/>
              </a:spcAft>
              <a:buClr>
                <a:schemeClr val="dk1"/>
              </a:buClr>
              <a:buSzPts val="3696"/>
              <a:buNone/>
              <a:defRPr sz="3696"/>
            </a:lvl7pPr>
            <a:lvl8pPr indent="-228600" lvl="7" marL="3657600" algn="l">
              <a:spcBef>
                <a:spcPts val="739"/>
              </a:spcBef>
              <a:spcAft>
                <a:spcPts val="0"/>
              </a:spcAft>
              <a:buClr>
                <a:schemeClr val="dk1"/>
              </a:buClr>
              <a:buSzPts val="3696"/>
              <a:buNone/>
              <a:defRPr sz="3696"/>
            </a:lvl8pPr>
            <a:lvl9pPr indent="-228600" lvl="8" marL="4114800" algn="l">
              <a:spcBef>
                <a:spcPts val="739"/>
              </a:spcBef>
              <a:spcAft>
                <a:spcPts val="0"/>
              </a:spcAft>
              <a:buClr>
                <a:schemeClr val="dk1"/>
              </a:buClr>
              <a:buSzPts val="3696"/>
              <a:buNone/>
              <a:defRPr sz="3696"/>
            </a:lvl9pPr>
          </a:lstStyle>
          <a:p/>
        </p:txBody>
      </p:sp>
      <p:sp>
        <p:nvSpPr>
          <p:cNvPr id="66" name="Google Shape;66;p10"/>
          <p:cNvSpPr txBox="1"/>
          <p:nvPr>
            <p:ph idx="10" type="dt"/>
          </p:nvPr>
        </p:nvSpPr>
        <p:spPr>
          <a:xfrm>
            <a:off x="1645920" y="40680642"/>
            <a:ext cx="7680960" cy="2336800"/>
          </a:xfrm>
          <a:prstGeom prst="rect">
            <a:avLst/>
          </a:prstGeom>
          <a:noFill/>
          <a:ln>
            <a:noFill/>
          </a:ln>
        </p:spPr>
        <p:txBody>
          <a:bodyPr anchorCtr="0" anchor="ctr" bIns="234075" lIns="468150" spcFirstLastPara="1" rIns="468150" wrap="square" tIns="2340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1" type="ftr"/>
          </p:nvPr>
        </p:nvSpPr>
        <p:spPr>
          <a:xfrm>
            <a:off x="11247120" y="40680642"/>
            <a:ext cx="10424160" cy="2336800"/>
          </a:xfrm>
          <a:prstGeom prst="rect">
            <a:avLst/>
          </a:prstGeom>
          <a:noFill/>
          <a:ln>
            <a:noFill/>
          </a:ln>
        </p:spPr>
        <p:txBody>
          <a:bodyPr anchorCtr="0" anchor="ctr" bIns="234075" lIns="468150" spcFirstLastPara="1" rIns="468150" wrap="square" tIns="2340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0"/>
          <p:cNvSpPr txBox="1"/>
          <p:nvPr>
            <p:ph idx="12" type="sldNum"/>
          </p:nvPr>
        </p:nvSpPr>
        <p:spPr>
          <a:xfrm>
            <a:off x="23591520" y="40680642"/>
            <a:ext cx="7680960" cy="2336800"/>
          </a:xfrm>
          <a:prstGeom prst="rect">
            <a:avLst/>
          </a:prstGeom>
          <a:noFill/>
          <a:ln>
            <a:noFill/>
          </a:ln>
        </p:spPr>
        <p:txBody>
          <a:bodyPr anchorCtr="0" anchor="ctr" bIns="234075" lIns="468150" spcFirstLastPara="1" rIns="468150" wrap="square" tIns="2340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9" name="Shape 69"/>
        <p:cNvGrpSpPr/>
        <p:nvPr/>
      </p:nvGrpSpPr>
      <p:grpSpPr>
        <a:xfrm>
          <a:off x="0" y="0"/>
          <a:ext cx="0" cy="0"/>
          <a:chOff x="0" y="0"/>
          <a:chExt cx="0" cy="0"/>
        </a:xfrm>
      </p:grpSpPr>
      <p:sp>
        <p:nvSpPr>
          <p:cNvPr id="70" name="Google Shape;70;p11"/>
          <p:cNvSpPr txBox="1"/>
          <p:nvPr>
            <p:ph type="title"/>
          </p:nvPr>
        </p:nvSpPr>
        <p:spPr>
          <a:xfrm>
            <a:off x="6452237" y="30723842"/>
            <a:ext cx="19751039" cy="3627124"/>
          </a:xfrm>
          <a:prstGeom prst="rect">
            <a:avLst/>
          </a:prstGeom>
          <a:noFill/>
          <a:ln>
            <a:noFill/>
          </a:ln>
        </p:spPr>
        <p:txBody>
          <a:bodyPr anchorCtr="0" anchor="b" bIns="234075" lIns="468150" spcFirstLastPara="1" rIns="468150" wrap="square" tIns="234075">
            <a:normAutofit/>
          </a:bodyPr>
          <a:lstStyle>
            <a:lvl1pPr lvl="0" algn="l">
              <a:spcBef>
                <a:spcPts val="0"/>
              </a:spcBef>
              <a:spcAft>
                <a:spcPts val="0"/>
              </a:spcAft>
              <a:buClr>
                <a:schemeClr val="dk1"/>
              </a:buClr>
              <a:buSzPts val="8195"/>
              <a:buFont typeface="Calibri"/>
              <a:buNone/>
              <a:defRPr b="1" sz="8195"/>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11"/>
          <p:cNvSpPr/>
          <p:nvPr>
            <p:ph idx="2" type="pic"/>
          </p:nvPr>
        </p:nvSpPr>
        <p:spPr>
          <a:xfrm>
            <a:off x="6452237" y="3921763"/>
            <a:ext cx="19751039" cy="26334721"/>
          </a:xfrm>
          <a:prstGeom prst="rect">
            <a:avLst/>
          </a:prstGeom>
          <a:noFill/>
          <a:ln>
            <a:noFill/>
          </a:ln>
        </p:spPr>
      </p:sp>
      <p:sp>
        <p:nvSpPr>
          <p:cNvPr id="72" name="Google Shape;72;p11"/>
          <p:cNvSpPr txBox="1"/>
          <p:nvPr>
            <p:ph idx="1" type="body"/>
          </p:nvPr>
        </p:nvSpPr>
        <p:spPr>
          <a:xfrm>
            <a:off x="6452237" y="34350964"/>
            <a:ext cx="19751039" cy="5151116"/>
          </a:xfrm>
          <a:prstGeom prst="rect">
            <a:avLst/>
          </a:prstGeom>
          <a:noFill/>
          <a:ln>
            <a:noFill/>
          </a:ln>
        </p:spPr>
        <p:txBody>
          <a:bodyPr anchorCtr="0" anchor="t" bIns="234075" lIns="468150" spcFirstLastPara="1" rIns="468150" wrap="square" tIns="234075">
            <a:normAutofit/>
          </a:bodyPr>
          <a:lstStyle>
            <a:lvl1pPr indent="-228600" lvl="0" marL="457200" algn="l">
              <a:spcBef>
                <a:spcPts val="1157"/>
              </a:spcBef>
              <a:spcAft>
                <a:spcPts val="0"/>
              </a:spcAft>
              <a:buClr>
                <a:schemeClr val="dk1"/>
              </a:buClr>
              <a:buSzPts val="5786"/>
              <a:buNone/>
              <a:defRPr sz="5786"/>
            </a:lvl1pPr>
            <a:lvl2pPr indent="-228600" lvl="1" marL="914400" algn="l">
              <a:spcBef>
                <a:spcPts val="980"/>
              </a:spcBef>
              <a:spcAft>
                <a:spcPts val="0"/>
              </a:spcAft>
              <a:buClr>
                <a:schemeClr val="dk1"/>
              </a:buClr>
              <a:buSzPts val="4902"/>
              <a:buNone/>
              <a:defRPr sz="4902"/>
            </a:lvl2pPr>
            <a:lvl3pPr indent="-228600" lvl="2" marL="1371600" algn="l">
              <a:spcBef>
                <a:spcPts val="820"/>
              </a:spcBef>
              <a:spcAft>
                <a:spcPts val="0"/>
              </a:spcAft>
              <a:buClr>
                <a:schemeClr val="dk1"/>
              </a:buClr>
              <a:buSzPts val="4098"/>
              <a:buNone/>
              <a:defRPr sz="4098"/>
            </a:lvl3pPr>
            <a:lvl4pPr indent="-228600" lvl="3" marL="1828800" algn="l">
              <a:spcBef>
                <a:spcPts val="739"/>
              </a:spcBef>
              <a:spcAft>
                <a:spcPts val="0"/>
              </a:spcAft>
              <a:buClr>
                <a:schemeClr val="dk1"/>
              </a:buClr>
              <a:buSzPts val="3696"/>
              <a:buNone/>
              <a:defRPr sz="3696"/>
            </a:lvl4pPr>
            <a:lvl5pPr indent="-228600" lvl="4" marL="2286000" algn="l">
              <a:spcBef>
                <a:spcPts val="739"/>
              </a:spcBef>
              <a:spcAft>
                <a:spcPts val="0"/>
              </a:spcAft>
              <a:buClr>
                <a:schemeClr val="dk1"/>
              </a:buClr>
              <a:buSzPts val="3696"/>
              <a:buNone/>
              <a:defRPr sz="3696"/>
            </a:lvl5pPr>
            <a:lvl6pPr indent="-228600" lvl="5" marL="2743200" algn="l">
              <a:spcBef>
                <a:spcPts val="739"/>
              </a:spcBef>
              <a:spcAft>
                <a:spcPts val="0"/>
              </a:spcAft>
              <a:buClr>
                <a:schemeClr val="dk1"/>
              </a:buClr>
              <a:buSzPts val="3696"/>
              <a:buNone/>
              <a:defRPr sz="3696"/>
            </a:lvl6pPr>
            <a:lvl7pPr indent="-228600" lvl="6" marL="3200400" algn="l">
              <a:spcBef>
                <a:spcPts val="739"/>
              </a:spcBef>
              <a:spcAft>
                <a:spcPts val="0"/>
              </a:spcAft>
              <a:buClr>
                <a:schemeClr val="dk1"/>
              </a:buClr>
              <a:buSzPts val="3696"/>
              <a:buNone/>
              <a:defRPr sz="3696"/>
            </a:lvl7pPr>
            <a:lvl8pPr indent="-228600" lvl="7" marL="3657600" algn="l">
              <a:spcBef>
                <a:spcPts val="739"/>
              </a:spcBef>
              <a:spcAft>
                <a:spcPts val="0"/>
              </a:spcAft>
              <a:buClr>
                <a:schemeClr val="dk1"/>
              </a:buClr>
              <a:buSzPts val="3696"/>
              <a:buNone/>
              <a:defRPr sz="3696"/>
            </a:lvl8pPr>
            <a:lvl9pPr indent="-228600" lvl="8" marL="4114800" algn="l">
              <a:spcBef>
                <a:spcPts val="739"/>
              </a:spcBef>
              <a:spcAft>
                <a:spcPts val="0"/>
              </a:spcAft>
              <a:buClr>
                <a:schemeClr val="dk1"/>
              </a:buClr>
              <a:buSzPts val="3696"/>
              <a:buNone/>
              <a:defRPr sz="3696"/>
            </a:lvl9pPr>
          </a:lstStyle>
          <a:p/>
        </p:txBody>
      </p:sp>
      <p:sp>
        <p:nvSpPr>
          <p:cNvPr id="73" name="Google Shape;73;p11"/>
          <p:cNvSpPr txBox="1"/>
          <p:nvPr>
            <p:ph idx="10" type="dt"/>
          </p:nvPr>
        </p:nvSpPr>
        <p:spPr>
          <a:xfrm>
            <a:off x="1645920" y="40680642"/>
            <a:ext cx="7680960" cy="2336800"/>
          </a:xfrm>
          <a:prstGeom prst="rect">
            <a:avLst/>
          </a:prstGeom>
          <a:noFill/>
          <a:ln>
            <a:noFill/>
          </a:ln>
        </p:spPr>
        <p:txBody>
          <a:bodyPr anchorCtr="0" anchor="ctr" bIns="234075" lIns="468150" spcFirstLastPara="1" rIns="468150" wrap="square" tIns="2340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1"/>
          <p:cNvSpPr txBox="1"/>
          <p:nvPr>
            <p:ph idx="11" type="ftr"/>
          </p:nvPr>
        </p:nvSpPr>
        <p:spPr>
          <a:xfrm>
            <a:off x="11247120" y="40680642"/>
            <a:ext cx="10424160" cy="2336800"/>
          </a:xfrm>
          <a:prstGeom prst="rect">
            <a:avLst/>
          </a:prstGeom>
          <a:noFill/>
          <a:ln>
            <a:noFill/>
          </a:ln>
        </p:spPr>
        <p:txBody>
          <a:bodyPr anchorCtr="0" anchor="ctr" bIns="234075" lIns="468150" spcFirstLastPara="1" rIns="468150" wrap="square" tIns="2340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1"/>
          <p:cNvSpPr txBox="1"/>
          <p:nvPr>
            <p:ph idx="12" type="sldNum"/>
          </p:nvPr>
        </p:nvSpPr>
        <p:spPr>
          <a:xfrm>
            <a:off x="23591520" y="40680642"/>
            <a:ext cx="7680960" cy="2336800"/>
          </a:xfrm>
          <a:prstGeom prst="rect">
            <a:avLst/>
          </a:prstGeom>
          <a:noFill/>
          <a:ln>
            <a:noFill/>
          </a:ln>
        </p:spPr>
        <p:txBody>
          <a:bodyPr anchorCtr="0" anchor="ctr" bIns="234075" lIns="468150" spcFirstLastPara="1" rIns="468150" wrap="square" tIns="2340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6" name="Shape 76"/>
        <p:cNvGrpSpPr/>
        <p:nvPr/>
      </p:nvGrpSpPr>
      <p:grpSpPr>
        <a:xfrm>
          <a:off x="0" y="0"/>
          <a:ext cx="0" cy="0"/>
          <a:chOff x="0" y="0"/>
          <a:chExt cx="0" cy="0"/>
        </a:xfrm>
      </p:grpSpPr>
      <p:sp>
        <p:nvSpPr>
          <p:cNvPr id="77" name="Google Shape;77;p12"/>
          <p:cNvSpPr txBox="1"/>
          <p:nvPr>
            <p:ph type="title"/>
          </p:nvPr>
        </p:nvSpPr>
        <p:spPr>
          <a:xfrm>
            <a:off x="1645920" y="1757684"/>
            <a:ext cx="29626561" cy="7315200"/>
          </a:xfrm>
          <a:prstGeom prst="rect">
            <a:avLst/>
          </a:prstGeom>
          <a:noFill/>
          <a:ln>
            <a:noFill/>
          </a:ln>
        </p:spPr>
        <p:txBody>
          <a:bodyPr anchorCtr="0" anchor="ctr" bIns="234075" lIns="468150" spcFirstLastPara="1" rIns="468150" wrap="square" tIns="234075">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12"/>
          <p:cNvSpPr txBox="1"/>
          <p:nvPr>
            <p:ph idx="1" type="body"/>
          </p:nvPr>
        </p:nvSpPr>
        <p:spPr>
          <a:xfrm rot="5400000">
            <a:off x="1976118" y="9911089"/>
            <a:ext cx="28966164" cy="29626561"/>
          </a:xfrm>
          <a:prstGeom prst="rect">
            <a:avLst/>
          </a:prstGeom>
          <a:noFill/>
          <a:ln>
            <a:noFill/>
          </a:ln>
        </p:spPr>
        <p:txBody>
          <a:bodyPr anchorCtr="0" anchor="t" bIns="234075" lIns="468150" spcFirstLastPara="1" rIns="468150" wrap="square" tIns="234075">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9" name="Google Shape;79;p12"/>
          <p:cNvSpPr txBox="1"/>
          <p:nvPr>
            <p:ph idx="10" type="dt"/>
          </p:nvPr>
        </p:nvSpPr>
        <p:spPr>
          <a:xfrm>
            <a:off x="1645920" y="40680642"/>
            <a:ext cx="7680960" cy="2336800"/>
          </a:xfrm>
          <a:prstGeom prst="rect">
            <a:avLst/>
          </a:prstGeom>
          <a:noFill/>
          <a:ln>
            <a:noFill/>
          </a:ln>
        </p:spPr>
        <p:txBody>
          <a:bodyPr anchorCtr="0" anchor="ctr" bIns="234075" lIns="468150" spcFirstLastPara="1" rIns="468150" wrap="square" tIns="2340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2"/>
          <p:cNvSpPr txBox="1"/>
          <p:nvPr>
            <p:ph idx="11" type="ftr"/>
          </p:nvPr>
        </p:nvSpPr>
        <p:spPr>
          <a:xfrm>
            <a:off x="11247120" y="40680642"/>
            <a:ext cx="10424160" cy="2336800"/>
          </a:xfrm>
          <a:prstGeom prst="rect">
            <a:avLst/>
          </a:prstGeom>
          <a:noFill/>
          <a:ln>
            <a:noFill/>
          </a:ln>
        </p:spPr>
        <p:txBody>
          <a:bodyPr anchorCtr="0" anchor="ctr" bIns="234075" lIns="468150" spcFirstLastPara="1" rIns="468150" wrap="square" tIns="2340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2"/>
          <p:cNvSpPr txBox="1"/>
          <p:nvPr>
            <p:ph idx="12" type="sldNum"/>
          </p:nvPr>
        </p:nvSpPr>
        <p:spPr>
          <a:xfrm>
            <a:off x="23591520" y="40680642"/>
            <a:ext cx="7680960" cy="2336800"/>
          </a:xfrm>
          <a:prstGeom prst="rect">
            <a:avLst/>
          </a:prstGeom>
          <a:noFill/>
          <a:ln>
            <a:noFill/>
          </a:ln>
        </p:spPr>
        <p:txBody>
          <a:bodyPr anchorCtr="0" anchor="ctr" bIns="234075" lIns="468150" spcFirstLastPara="1" rIns="468150" wrap="square" tIns="2340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2" name="Shape 82"/>
        <p:cNvGrpSpPr/>
        <p:nvPr/>
      </p:nvGrpSpPr>
      <p:grpSpPr>
        <a:xfrm>
          <a:off x="0" y="0"/>
          <a:ext cx="0" cy="0"/>
          <a:chOff x="0" y="0"/>
          <a:chExt cx="0" cy="0"/>
        </a:xfrm>
      </p:grpSpPr>
      <p:sp>
        <p:nvSpPr>
          <p:cNvPr id="83" name="Google Shape;83;p13"/>
          <p:cNvSpPr txBox="1"/>
          <p:nvPr>
            <p:ph type="title"/>
          </p:nvPr>
        </p:nvSpPr>
        <p:spPr>
          <a:xfrm rot="5400000">
            <a:off x="70496750" y="71028251"/>
            <a:ext cx="167782242" cy="41473757"/>
          </a:xfrm>
          <a:prstGeom prst="rect">
            <a:avLst/>
          </a:prstGeom>
          <a:noFill/>
          <a:ln>
            <a:noFill/>
          </a:ln>
        </p:spPr>
        <p:txBody>
          <a:bodyPr anchorCtr="0" anchor="ctr" bIns="234075" lIns="468150" spcFirstLastPara="1" rIns="468150" wrap="square" tIns="234075">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13"/>
          <p:cNvSpPr txBox="1"/>
          <p:nvPr>
            <p:ph idx="1" type="body"/>
          </p:nvPr>
        </p:nvSpPr>
        <p:spPr>
          <a:xfrm rot="5400000">
            <a:off x="-12730796" y="29823106"/>
            <a:ext cx="167782242" cy="123884048"/>
          </a:xfrm>
          <a:prstGeom prst="rect">
            <a:avLst/>
          </a:prstGeom>
          <a:noFill/>
          <a:ln>
            <a:noFill/>
          </a:ln>
        </p:spPr>
        <p:txBody>
          <a:bodyPr anchorCtr="0" anchor="t" bIns="234075" lIns="468150" spcFirstLastPara="1" rIns="468150" wrap="square" tIns="234075">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5" name="Google Shape;85;p13"/>
          <p:cNvSpPr txBox="1"/>
          <p:nvPr>
            <p:ph idx="10" type="dt"/>
          </p:nvPr>
        </p:nvSpPr>
        <p:spPr>
          <a:xfrm>
            <a:off x="1645920" y="40680642"/>
            <a:ext cx="7680960" cy="2336800"/>
          </a:xfrm>
          <a:prstGeom prst="rect">
            <a:avLst/>
          </a:prstGeom>
          <a:noFill/>
          <a:ln>
            <a:noFill/>
          </a:ln>
        </p:spPr>
        <p:txBody>
          <a:bodyPr anchorCtr="0" anchor="ctr" bIns="234075" lIns="468150" spcFirstLastPara="1" rIns="468150" wrap="square" tIns="2340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3"/>
          <p:cNvSpPr txBox="1"/>
          <p:nvPr>
            <p:ph idx="11" type="ftr"/>
          </p:nvPr>
        </p:nvSpPr>
        <p:spPr>
          <a:xfrm>
            <a:off x="11247120" y="40680642"/>
            <a:ext cx="10424160" cy="2336800"/>
          </a:xfrm>
          <a:prstGeom prst="rect">
            <a:avLst/>
          </a:prstGeom>
          <a:noFill/>
          <a:ln>
            <a:noFill/>
          </a:ln>
        </p:spPr>
        <p:txBody>
          <a:bodyPr anchorCtr="0" anchor="ctr" bIns="234075" lIns="468150" spcFirstLastPara="1" rIns="468150" wrap="square" tIns="2340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3"/>
          <p:cNvSpPr txBox="1"/>
          <p:nvPr>
            <p:ph idx="12" type="sldNum"/>
          </p:nvPr>
        </p:nvSpPr>
        <p:spPr>
          <a:xfrm>
            <a:off x="23591520" y="40680642"/>
            <a:ext cx="7680960" cy="2336800"/>
          </a:xfrm>
          <a:prstGeom prst="rect">
            <a:avLst/>
          </a:prstGeom>
          <a:noFill/>
          <a:ln>
            <a:noFill/>
          </a:ln>
        </p:spPr>
        <p:txBody>
          <a:bodyPr anchorCtr="0" anchor="ctr" bIns="234075" lIns="468150" spcFirstLastPara="1" rIns="468150" wrap="square" tIns="2340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4" Type="http://schemas.openxmlformats.org/officeDocument/2006/relationships/theme" Target="../theme/theme1.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
          <p:cNvSpPr txBox="1"/>
          <p:nvPr>
            <p:ph type="title"/>
          </p:nvPr>
        </p:nvSpPr>
        <p:spPr>
          <a:xfrm>
            <a:off x="1645920" y="1757684"/>
            <a:ext cx="29626561" cy="7315200"/>
          </a:xfrm>
          <a:prstGeom prst="rect">
            <a:avLst/>
          </a:prstGeom>
          <a:noFill/>
          <a:ln>
            <a:noFill/>
          </a:ln>
        </p:spPr>
        <p:txBody>
          <a:bodyPr anchorCtr="0" anchor="ctr" bIns="234075" lIns="468150" spcFirstLastPara="1" rIns="468150" wrap="square" tIns="234075">
            <a:normAutofit/>
          </a:bodyPr>
          <a:lstStyle>
            <a:lvl1pPr lvl="0" marR="0" rtl="0" algn="ctr">
              <a:spcBef>
                <a:spcPts val="0"/>
              </a:spcBef>
              <a:spcAft>
                <a:spcPts val="0"/>
              </a:spcAft>
              <a:buClr>
                <a:schemeClr val="dk1"/>
              </a:buClr>
              <a:buSzPts val="18080"/>
              <a:buFont typeface="Calibri"/>
              <a:buNone/>
              <a:defRPr b="0" i="0" sz="1808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
          <p:cNvSpPr txBox="1"/>
          <p:nvPr>
            <p:ph idx="1" type="body"/>
          </p:nvPr>
        </p:nvSpPr>
        <p:spPr>
          <a:xfrm>
            <a:off x="1645920" y="10241287"/>
            <a:ext cx="29626561" cy="28966164"/>
          </a:xfrm>
          <a:prstGeom prst="rect">
            <a:avLst/>
          </a:prstGeom>
          <a:noFill/>
          <a:ln>
            <a:noFill/>
          </a:ln>
        </p:spPr>
        <p:txBody>
          <a:bodyPr anchorCtr="0" anchor="t" bIns="234075" lIns="468150" spcFirstLastPara="1" rIns="468150" wrap="square" tIns="234075">
            <a:normAutofit/>
          </a:bodyPr>
          <a:lstStyle>
            <a:lvl1pPr indent="-1065403" lvl="0" marL="457200" marR="0" rtl="0" algn="l">
              <a:spcBef>
                <a:spcPts val="2636"/>
              </a:spcBef>
              <a:spcAft>
                <a:spcPts val="0"/>
              </a:spcAft>
              <a:buClr>
                <a:schemeClr val="dk1"/>
              </a:buClr>
              <a:buSzPts val="13178"/>
              <a:buFont typeface="Arial"/>
              <a:buChar char="•"/>
              <a:defRPr b="0" i="0" sz="13178" u="none" cap="none" strike="noStrike">
                <a:solidFill>
                  <a:schemeClr val="dk1"/>
                </a:solidFill>
                <a:latin typeface="Calibri"/>
                <a:ea typeface="Calibri"/>
                <a:cs typeface="Calibri"/>
                <a:sym typeface="Calibri"/>
              </a:defRPr>
            </a:lvl1pPr>
            <a:lvl2pPr indent="-958278" lvl="1" marL="914400" marR="0" rtl="0" algn="l">
              <a:spcBef>
                <a:spcPts val="2298"/>
              </a:spcBef>
              <a:spcAft>
                <a:spcPts val="0"/>
              </a:spcAft>
              <a:buClr>
                <a:schemeClr val="dk1"/>
              </a:buClr>
              <a:buSzPts val="11491"/>
              <a:buFont typeface="Arial"/>
              <a:buChar char="–"/>
              <a:defRPr b="0" i="0" sz="11491" u="none" cap="none" strike="noStrike">
                <a:solidFill>
                  <a:schemeClr val="dk1"/>
                </a:solidFill>
                <a:latin typeface="Calibri"/>
                <a:ea typeface="Calibri"/>
                <a:cs typeface="Calibri"/>
                <a:sym typeface="Calibri"/>
              </a:defRPr>
            </a:lvl2pPr>
            <a:lvl3pPr indent="-856170" lvl="2" marL="1371600" marR="0" rtl="0" algn="l">
              <a:spcBef>
                <a:spcPts val="1977"/>
              </a:spcBef>
              <a:spcAft>
                <a:spcPts val="0"/>
              </a:spcAft>
              <a:buClr>
                <a:schemeClr val="dk1"/>
              </a:buClr>
              <a:buSzPts val="9883"/>
              <a:buFont typeface="Arial"/>
              <a:buChar char="•"/>
              <a:defRPr b="0" i="0" sz="9883" u="none" cap="none" strike="noStrike">
                <a:solidFill>
                  <a:schemeClr val="dk1"/>
                </a:solidFill>
                <a:latin typeface="Calibri"/>
                <a:ea typeface="Calibri"/>
                <a:cs typeface="Calibri"/>
                <a:sym typeface="Calibri"/>
              </a:defRPr>
            </a:lvl3pPr>
            <a:lvl4pPr indent="-748982" lvl="3" marL="1828800" marR="0" rtl="0" algn="l">
              <a:spcBef>
                <a:spcPts val="1639"/>
              </a:spcBef>
              <a:spcAft>
                <a:spcPts val="0"/>
              </a:spcAft>
              <a:buClr>
                <a:schemeClr val="dk1"/>
              </a:buClr>
              <a:buSzPts val="8195"/>
              <a:buFont typeface="Arial"/>
              <a:buChar char="–"/>
              <a:defRPr b="0" i="0" sz="8195" u="none" cap="none" strike="noStrike">
                <a:solidFill>
                  <a:schemeClr val="dk1"/>
                </a:solidFill>
                <a:latin typeface="Calibri"/>
                <a:ea typeface="Calibri"/>
                <a:cs typeface="Calibri"/>
                <a:sym typeface="Calibri"/>
              </a:defRPr>
            </a:lvl4pPr>
            <a:lvl5pPr indent="-748982" lvl="4" marL="2286000" marR="0" rtl="0" algn="l">
              <a:spcBef>
                <a:spcPts val="1639"/>
              </a:spcBef>
              <a:spcAft>
                <a:spcPts val="0"/>
              </a:spcAft>
              <a:buClr>
                <a:schemeClr val="dk1"/>
              </a:buClr>
              <a:buSzPts val="8195"/>
              <a:buFont typeface="Arial"/>
              <a:buChar char="»"/>
              <a:defRPr b="0" i="0" sz="8195" u="none" cap="none" strike="noStrike">
                <a:solidFill>
                  <a:schemeClr val="dk1"/>
                </a:solidFill>
                <a:latin typeface="Calibri"/>
                <a:ea typeface="Calibri"/>
                <a:cs typeface="Calibri"/>
                <a:sym typeface="Calibri"/>
              </a:defRPr>
            </a:lvl5pPr>
            <a:lvl6pPr indent="-748982" lvl="5" marL="2743200" marR="0" rtl="0" algn="l">
              <a:spcBef>
                <a:spcPts val="1639"/>
              </a:spcBef>
              <a:spcAft>
                <a:spcPts val="0"/>
              </a:spcAft>
              <a:buClr>
                <a:schemeClr val="dk1"/>
              </a:buClr>
              <a:buSzPts val="8195"/>
              <a:buFont typeface="Arial"/>
              <a:buChar char="•"/>
              <a:defRPr b="0" i="0" sz="8195" u="none" cap="none" strike="noStrike">
                <a:solidFill>
                  <a:schemeClr val="dk1"/>
                </a:solidFill>
                <a:latin typeface="Calibri"/>
                <a:ea typeface="Calibri"/>
                <a:cs typeface="Calibri"/>
                <a:sym typeface="Calibri"/>
              </a:defRPr>
            </a:lvl6pPr>
            <a:lvl7pPr indent="-748982" lvl="6" marL="3200400" marR="0" rtl="0" algn="l">
              <a:spcBef>
                <a:spcPts val="1639"/>
              </a:spcBef>
              <a:spcAft>
                <a:spcPts val="0"/>
              </a:spcAft>
              <a:buClr>
                <a:schemeClr val="dk1"/>
              </a:buClr>
              <a:buSzPts val="8195"/>
              <a:buFont typeface="Arial"/>
              <a:buChar char="•"/>
              <a:defRPr b="0" i="0" sz="8195" u="none" cap="none" strike="noStrike">
                <a:solidFill>
                  <a:schemeClr val="dk1"/>
                </a:solidFill>
                <a:latin typeface="Calibri"/>
                <a:ea typeface="Calibri"/>
                <a:cs typeface="Calibri"/>
                <a:sym typeface="Calibri"/>
              </a:defRPr>
            </a:lvl7pPr>
            <a:lvl8pPr indent="-748982" lvl="7" marL="3657600" marR="0" rtl="0" algn="l">
              <a:spcBef>
                <a:spcPts val="1639"/>
              </a:spcBef>
              <a:spcAft>
                <a:spcPts val="0"/>
              </a:spcAft>
              <a:buClr>
                <a:schemeClr val="dk1"/>
              </a:buClr>
              <a:buSzPts val="8195"/>
              <a:buFont typeface="Arial"/>
              <a:buChar char="•"/>
              <a:defRPr b="0" i="0" sz="8195" u="none" cap="none" strike="noStrike">
                <a:solidFill>
                  <a:schemeClr val="dk1"/>
                </a:solidFill>
                <a:latin typeface="Calibri"/>
                <a:ea typeface="Calibri"/>
                <a:cs typeface="Calibri"/>
                <a:sym typeface="Calibri"/>
              </a:defRPr>
            </a:lvl8pPr>
            <a:lvl9pPr indent="-748982" lvl="8" marL="4114800" marR="0" rtl="0" algn="l">
              <a:spcBef>
                <a:spcPts val="1639"/>
              </a:spcBef>
              <a:spcAft>
                <a:spcPts val="0"/>
              </a:spcAft>
              <a:buClr>
                <a:schemeClr val="dk1"/>
              </a:buClr>
              <a:buSzPts val="8195"/>
              <a:buFont typeface="Arial"/>
              <a:buChar char="•"/>
              <a:defRPr b="0" i="0" sz="8195" u="none" cap="none" strike="noStrike">
                <a:solidFill>
                  <a:schemeClr val="dk1"/>
                </a:solidFill>
                <a:latin typeface="Calibri"/>
                <a:ea typeface="Calibri"/>
                <a:cs typeface="Calibri"/>
                <a:sym typeface="Calibri"/>
              </a:defRPr>
            </a:lvl9pPr>
          </a:lstStyle>
          <a:p/>
        </p:txBody>
      </p:sp>
      <p:sp>
        <p:nvSpPr>
          <p:cNvPr id="12" name="Google Shape;12;p2"/>
          <p:cNvSpPr txBox="1"/>
          <p:nvPr>
            <p:ph idx="10" type="dt"/>
          </p:nvPr>
        </p:nvSpPr>
        <p:spPr>
          <a:xfrm>
            <a:off x="1645920" y="40680642"/>
            <a:ext cx="7680960" cy="2336800"/>
          </a:xfrm>
          <a:prstGeom prst="rect">
            <a:avLst/>
          </a:prstGeom>
          <a:noFill/>
          <a:ln>
            <a:noFill/>
          </a:ln>
        </p:spPr>
        <p:txBody>
          <a:bodyPr anchorCtr="0" anchor="ctr" bIns="234075" lIns="468150" spcFirstLastPara="1" rIns="468150" wrap="square" tIns="234075">
            <a:noAutofit/>
          </a:bodyPr>
          <a:lstStyle>
            <a:lvl1pPr lvl="0" marR="0" rtl="0" algn="l">
              <a:spcBef>
                <a:spcPts val="0"/>
              </a:spcBef>
              <a:spcAft>
                <a:spcPts val="0"/>
              </a:spcAft>
              <a:buSzPts val="1400"/>
              <a:buNone/>
              <a:defRPr b="0" i="0" sz="4902"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92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92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92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92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92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92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92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9200" u="none" cap="none" strike="noStrike">
                <a:solidFill>
                  <a:schemeClr val="dk1"/>
                </a:solidFill>
                <a:latin typeface="Calibri"/>
                <a:ea typeface="Calibri"/>
                <a:cs typeface="Calibri"/>
                <a:sym typeface="Calibri"/>
              </a:defRPr>
            </a:lvl9pPr>
          </a:lstStyle>
          <a:p/>
        </p:txBody>
      </p:sp>
      <p:sp>
        <p:nvSpPr>
          <p:cNvPr id="13" name="Google Shape;13;p2"/>
          <p:cNvSpPr txBox="1"/>
          <p:nvPr>
            <p:ph idx="11" type="ftr"/>
          </p:nvPr>
        </p:nvSpPr>
        <p:spPr>
          <a:xfrm>
            <a:off x="11247120" y="40680642"/>
            <a:ext cx="10424160" cy="2336800"/>
          </a:xfrm>
          <a:prstGeom prst="rect">
            <a:avLst/>
          </a:prstGeom>
          <a:noFill/>
          <a:ln>
            <a:noFill/>
          </a:ln>
        </p:spPr>
        <p:txBody>
          <a:bodyPr anchorCtr="0" anchor="ctr" bIns="234075" lIns="468150" spcFirstLastPara="1" rIns="468150" wrap="square" tIns="234075">
            <a:noAutofit/>
          </a:bodyPr>
          <a:lstStyle>
            <a:lvl1pPr lvl="0" marR="0" rtl="0" algn="ctr">
              <a:spcBef>
                <a:spcPts val="0"/>
              </a:spcBef>
              <a:spcAft>
                <a:spcPts val="0"/>
              </a:spcAft>
              <a:buSzPts val="1400"/>
              <a:buNone/>
              <a:defRPr b="0" i="0" sz="4902"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92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92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92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92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92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92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92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9200" u="none" cap="none" strike="noStrike">
                <a:solidFill>
                  <a:schemeClr val="dk1"/>
                </a:solidFill>
                <a:latin typeface="Calibri"/>
                <a:ea typeface="Calibri"/>
                <a:cs typeface="Calibri"/>
                <a:sym typeface="Calibri"/>
              </a:defRPr>
            </a:lvl9pPr>
          </a:lstStyle>
          <a:p/>
        </p:txBody>
      </p:sp>
      <p:sp>
        <p:nvSpPr>
          <p:cNvPr id="14" name="Google Shape;14;p2"/>
          <p:cNvSpPr txBox="1"/>
          <p:nvPr>
            <p:ph idx="12" type="sldNum"/>
          </p:nvPr>
        </p:nvSpPr>
        <p:spPr>
          <a:xfrm>
            <a:off x="23591520" y="40680642"/>
            <a:ext cx="7680960" cy="2336800"/>
          </a:xfrm>
          <a:prstGeom prst="rect">
            <a:avLst/>
          </a:prstGeom>
          <a:noFill/>
          <a:ln>
            <a:noFill/>
          </a:ln>
        </p:spPr>
        <p:txBody>
          <a:bodyPr anchorCtr="0" anchor="ctr" bIns="234075" lIns="468150" spcFirstLastPara="1" rIns="468150" wrap="square" tIns="234075">
            <a:noAutofit/>
          </a:bodyPr>
          <a:lstStyle>
            <a:lvl1pPr indent="0" lvl="0" marL="0" marR="0" rtl="0" algn="r">
              <a:spcBef>
                <a:spcPts val="0"/>
              </a:spcBef>
              <a:buNone/>
              <a:defRPr b="0" i="0" sz="4902" u="none" cap="none" strike="noStrike">
                <a:solidFill>
                  <a:srgbClr val="888888"/>
                </a:solidFill>
                <a:latin typeface="Calibri"/>
                <a:ea typeface="Calibri"/>
                <a:cs typeface="Calibri"/>
                <a:sym typeface="Calibri"/>
              </a:defRPr>
            </a:lvl1pPr>
            <a:lvl2pPr indent="0" lvl="1" marL="0" marR="0" rtl="0" algn="r">
              <a:spcBef>
                <a:spcPts val="0"/>
              </a:spcBef>
              <a:buNone/>
              <a:defRPr b="0" i="0" sz="4902" u="none" cap="none" strike="noStrike">
                <a:solidFill>
                  <a:srgbClr val="888888"/>
                </a:solidFill>
                <a:latin typeface="Calibri"/>
                <a:ea typeface="Calibri"/>
                <a:cs typeface="Calibri"/>
                <a:sym typeface="Calibri"/>
              </a:defRPr>
            </a:lvl2pPr>
            <a:lvl3pPr indent="0" lvl="2" marL="0" marR="0" rtl="0" algn="r">
              <a:spcBef>
                <a:spcPts val="0"/>
              </a:spcBef>
              <a:buNone/>
              <a:defRPr b="0" i="0" sz="4902" u="none" cap="none" strike="noStrike">
                <a:solidFill>
                  <a:srgbClr val="888888"/>
                </a:solidFill>
                <a:latin typeface="Calibri"/>
                <a:ea typeface="Calibri"/>
                <a:cs typeface="Calibri"/>
                <a:sym typeface="Calibri"/>
              </a:defRPr>
            </a:lvl3pPr>
            <a:lvl4pPr indent="0" lvl="3" marL="0" marR="0" rtl="0" algn="r">
              <a:spcBef>
                <a:spcPts val="0"/>
              </a:spcBef>
              <a:buNone/>
              <a:defRPr b="0" i="0" sz="4902" u="none" cap="none" strike="noStrike">
                <a:solidFill>
                  <a:srgbClr val="888888"/>
                </a:solidFill>
                <a:latin typeface="Calibri"/>
                <a:ea typeface="Calibri"/>
                <a:cs typeface="Calibri"/>
                <a:sym typeface="Calibri"/>
              </a:defRPr>
            </a:lvl4pPr>
            <a:lvl5pPr indent="0" lvl="4" marL="0" marR="0" rtl="0" algn="r">
              <a:spcBef>
                <a:spcPts val="0"/>
              </a:spcBef>
              <a:buNone/>
              <a:defRPr b="0" i="0" sz="4902" u="none" cap="none" strike="noStrike">
                <a:solidFill>
                  <a:srgbClr val="888888"/>
                </a:solidFill>
                <a:latin typeface="Calibri"/>
                <a:ea typeface="Calibri"/>
                <a:cs typeface="Calibri"/>
                <a:sym typeface="Calibri"/>
              </a:defRPr>
            </a:lvl5pPr>
            <a:lvl6pPr indent="0" lvl="5" marL="0" marR="0" rtl="0" algn="r">
              <a:spcBef>
                <a:spcPts val="0"/>
              </a:spcBef>
              <a:buNone/>
              <a:defRPr b="0" i="0" sz="4902" u="none" cap="none" strike="noStrike">
                <a:solidFill>
                  <a:srgbClr val="888888"/>
                </a:solidFill>
                <a:latin typeface="Calibri"/>
                <a:ea typeface="Calibri"/>
                <a:cs typeface="Calibri"/>
                <a:sym typeface="Calibri"/>
              </a:defRPr>
            </a:lvl6pPr>
            <a:lvl7pPr indent="0" lvl="6" marL="0" marR="0" rtl="0" algn="r">
              <a:spcBef>
                <a:spcPts val="0"/>
              </a:spcBef>
              <a:buNone/>
              <a:defRPr b="0" i="0" sz="4902" u="none" cap="none" strike="noStrike">
                <a:solidFill>
                  <a:srgbClr val="888888"/>
                </a:solidFill>
                <a:latin typeface="Calibri"/>
                <a:ea typeface="Calibri"/>
                <a:cs typeface="Calibri"/>
                <a:sym typeface="Calibri"/>
              </a:defRPr>
            </a:lvl7pPr>
            <a:lvl8pPr indent="0" lvl="7" marL="0" marR="0" rtl="0" algn="r">
              <a:spcBef>
                <a:spcPts val="0"/>
              </a:spcBef>
              <a:buNone/>
              <a:defRPr b="0" i="0" sz="4902" u="none" cap="none" strike="noStrike">
                <a:solidFill>
                  <a:srgbClr val="888888"/>
                </a:solidFill>
                <a:latin typeface="Calibri"/>
                <a:ea typeface="Calibri"/>
                <a:cs typeface="Calibri"/>
                <a:sym typeface="Calibri"/>
              </a:defRPr>
            </a:lvl8pPr>
            <a:lvl9pPr indent="0" lvl="8" marL="0" marR="0" rtl="0" algn="r">
              <a:spcBef>
                <a:spcPts val="0"/>
              </a:spcBef>
              <a:buNone/>
              <a:defRPr b="0" i="0" sz="4902"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15" name="Google Shape;15;p2"/>
          <p:cNvPicPr preferRelativeResize="0"/>
          <p:nvPr/>
        </p:nvPicPr>
        <p:blipFill rotWithShape="1">
          <a:blip r:embed="rId1">
            <a:alphaModFix/>
          </a:blip>
          <a:srcRect b="0" l="0" r="0" t="0"/>
          <a:stretch/>
        </p:blipFill>
        <p:spPr>
          <a:xfrm rot="-5400000">
            <a:off x="-11074400" y="21945600"/>
            <a:ext cx="14274800" cy="3937000"/>
          </a:xfrm>
          <a:prstGeom prst="rect">
            <a:avLst/>
          </a:prstGeom>
          <a:noFill/>
          <a:ln>
            <a:noFill/>
          </a:ln>
        </p:spPr>
      </p:pic>
      <p:pic>
        <p:nvPicPr>
          <p:cNvPr id="16" name="Google Shape;16;p2"/>
          <p:cNvPicPr preferRelativeResize="0"/>
          <p:nvPr/>
        </p:nvPicPr>
        <p:blipFill rotWithShape="1">
          <a:blip r:embed="rId1">
            <a:alphaModFix/>
          </a:blip>
          <a:srcRect b="0" l="0" r="0" t="0"/>
          <a:stretch/>
        </p:blipFill>
        <p:spPr>
          <a:xfrm rot="5400000">
            <a:off x="29718000" y="21945600"/>
            <a:ext cx="14274800" cy="3937000"/>
          </a:xfrm>
          <a:prstGeom prst="rect">
            <a:avLst/>
          </a:prstGeom>
          <a:noFill/>
          <a:ln>
            <a:noFill/>
          </a:ln>
        </p:spPr>
      </p:pic>
      <p:pic>
        <p:nvPicPr>
          <p:cNvPr id="17" name="Google Shape;17;p2"/>
          <p:cNvPicPr preferRelativeResize="0"/>
          <p:nvPr/>
        </p:nvPicPr>
        <p:blipFill rotWithShape="1">
          <a:blip r:embed="rId2">
            <a:alphaModFix/>
          </a:blip>
          <a:srcRect b="0" l="0" r="0" t="0"/>
          <a:stretch/>
        </p:blipFill>
        <p:spPr>
          <a:xfrm>
            <a:off x="1460500" y="44399200"/>
            <a:ext cx="29997400" cy="1447800"/>
          </a:xfrm>
          <a:prstGeom prst="rect">
            <a:avLst/>
          </a:prstGeom>
          <a:noFill/>
          <a:ln>
            <a:noFill/>
          </a:ln>
        </p:spPr>
      </p:pic>
      <p:sp>
        <p:nvSpPr>
          <p:cNvPr id="18" name="Google Shape;18;p2"/>
          <p:cNvSpPr/>
          <p:nvPr/>
        </p:nvSpPr>
        <p:spPr>
          <a:xfrm>
            <a:off x="1460500" y="44970700"/>
            <a:ext cx="16459200" cy="1270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4560" u="none" cap="none" strike="noStrike">
                <a:solidFill>
                  <a:srgbClr val="808080"/>
                </a:solidFill>
                <a:latin typeface="Calibri"/>
                <a:ea typeface="Calibri"/>
                <a:cs typeface="Calibri"/>
                <a:sym typeface="Calibri"/>
              </a:rPr>
              <a:t>Template ID: speculativestone  Size: 36x48</a:t>
            </a:r>
            <a:endParaRPr/>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0" Type="http://schemas.openxmlformats.org/officeDocument/2006/relationships/image" Target="../media/image7.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9.png"/><Relationship Id="rId9"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
          <p:cNvSpPr/>
          <p:nvPr/>
        </p:nvSpPr>
        <p:spPr>
          <a:xfrm>
            <a:off x="1" y="0"/>
            <a:ext cx="1886843" cy="43891203"/>
          </a:xfrm>
          <a:prstGeom prst="rect">
            <a:avLst/>
          </a:prstGeom>
          <a:solidFill>
            <a:srgbClr val="0737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7392" u="none" cap="none" strike="noStrike">
              <a:solidFill>
                <a:schemeClr val="lt1"/>
              </a:solidFill>
              <a:latin typeface="Calibri"/>
              <a:ea typeface="Calibri"/>
              <a:cs typeface="Calibri"/>
              <a:sym typeface="Calibri"/>
            </a:endParaRPr>
          </a:p>
        </p:txBody>
      </p:sp>
      <p:sp>
        <p:nvSpPr>
          <p:cNvPr id="94" name="Google Shape;94;p1"/>
          <p:cNvSpPr txBox="1"/>
          <p:nvPr/>
        </p:nvSpPr>
        <p:spPr>
          <a:xfrm>
            <a:off x="2888501" y="1927275"/>
            <a:ext cx="29390700" cy="236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200"/>
              </a:spcBef>
              <a:spcAft>
                <a:spcPts val="0"/>
              </a:spcAft>
              <a:buClr>
                <a:schemeClr val="dk1"/>
              </a:buClr>
              <a:buSzPts val="1100"/>
              <a:buFont typeface="Arial"/>
              <a:buNone/>
            </a:pPr>
            <a:r>
              <a:t/>
            </a:r>
            <a:endParaRPr b="1" sz="1100">
              <a:solidFill>
                <a:srgbClr val="222222"/>
              </a:solidFill>
              <a:highlight>
                <a:srgbClr val="FFFFFF"/>
              </a:highlight>
            </a:endParaRPr>
          </a:p>
          <a:p>
            <a:pPr indent="0" lvl="0" marL="0" marR="0" rtl="0" algn="l">
              <a:lnSpc>
                <a:spcPct val="100000"/>
              </a:lnSpc>
              <a:spcBef>
                <a:spcPts val="1280"/>
              </a:spcBef>
              <a:spcAft>
                <a:spcPts val="0"/>
              </a:spcAft>
              <a:buClr>
                <a:schemeClr val="dk1"/>
              </a:buClr>
              <a:buSzPts val="6400"/>
              <a:buFont typeface="Libre Baskerville"/>
              <a:buNone/>
            </a:pPr>
            <a:r>
              <a:rPr b="1" i="0" lang="en-US" sz="6800" u="none" cap="none" strike="noStrike">
                <a:solidFill>
                  <a:schemeClr val="dk1"/>
                </a:solidFill>
                <a:latin typeface="Libre Baskerville"/>
                <a:ea typeface="Libre Baskerville"/>
                <a:cs typeface="Libre Baskerville"/>
                <a:sym typeface="Libre Baskerville"/>
              </a:rPr>
              <a:t>P</a:t>
            </a:r>
            <a:r>
              <a:rPr b="1" lang="en-US" sz="6800">
                <a:solidFill>
                  <a:schemeClr val="dk1"/>
                </a:solidFill>
                <a:latin typeface="Libre Baskerville"/>
                <a:ea typeface="Libre Baskerville"/>
                <a:cs typeface="Libre Baskerville"/>
                <a:sym typeface="Libre Baskerville"/>
              </a:rPr>
              <a:t>arameter identification of viscoelastic materials using different deformation velocities</a:t>
            </a:r>
            <a:endParaRPr b="1" sz="1800"/>
          </a:p>
        </p:txBody>
      </p:sp>
      <p:sp>
        <p:nvSpPr>
          <p:cNvPr id="95" name="Google Shape;95;p1"/>
          <p:cNvSpPr txBox="1"/>
          <p:nvPr/>
        </p:nvSpPr>
        <p:spPr>
          <a:xfrm>
            <a:off x="2888501" y="4543947"/>
            <a:ext cx="29390700" cy="1400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4200"/>
              <a:buFont typeface="Arial"/>
              <a:buNone/>
            </a:pPr>
            <a:r>
              <a:rPr i="1" lang="en-US" sz="4200">
                <a:solidFill>
                  <a:schemeClr val="dk1"/>
                </a:solidFill>
                <a:latin typeface="Montserrat Light"/>
                <a:ea typeface="Montserrat Light"/>
                <a:cs typeface="Montserrat Light"/>
                <a:sym typeface="Montserrat Light"/>
              </a:rPr>
              <a:t>Iva R. Janković, Nenad M. Grahovac, Miodrag M. Žigić</a:t>
            </a:r>
            <a:endParaRPr i="1"/>
          </a:p>
          <a:p>
            <a:pPr indent="0" lvl="0" marL="0" marR="0" rtl="0" algn="l">
              <a:lnSpc>
                <a:spcPct val="100000"/>
              </a:lnSpc>
              <a:spcBef>
                <a:spcPts val="840"/>
              </a:spcBef>
              <a:spcAft>
                <a:spcPts val="0"/>
              </a:spcAft>
              <a:buClr>
                <a:schemeClr val="dk1"/>
              </a:buClr>
              <a:buSzPts val="4200"/>
              <a:buFont typeface="Arial"/>
              <a:buNone/>
            </a:pPr>
            <a:r>
              <a:rPr lang="en-US" sz="4200">
                <a:solidFill>
                  <a:schemeClr val="dk1"/>
                </a:solidFill>
                <a:latin typeface="Montserrat Light"/>
                <a:ea typeface="Montserrat Light"/>
                <a:cs typeface="Montserrat Light"/>
                <a:sym typeface="Montserrat Light"/>
              </a:rPr>
              <a:t>Faculty of Technical Sciences,  </a:t>
            </a:r>
            <a:r>
              <a:rPr lang="en-US" sz="4200">
                <a:solidFill>
                  <a:schemeClr val="dk1"/>
                </a:solidFill>
                <a:latin typeface="Montserrat Light"/>
                <a:ea typeface="Montserrat Light"/>
                <a:cs typeface="Montserrat Light"/>
                <a:sym typeface="Montserrat Light"/>
              </a:rPr>
              <a:t>University of Novi Sad</a:t>
            </a:r>
            <a:r>
              <a:rPr lang="en-US" sz="4200">
                <a:solidFill>
                  <a:schemeClr val="dk1"/>
                </a:solidFill>
                <a:latin typeface="Montserrat Light"/>
                <a:ea typeface="Montserrat Light"/>
                <a:cs typeface="Montserrat Light"/>
                <a:sym typeface="Montserrat Light"/>
              </a:rPr>
              <a:t>, Serbia</a:t>
            </a:r>
            <a:endParaRPr/>
          </a:p>
        </p:txBody>
      </p:sp>
      <p:sp>
        <p:nvSpPr>
          <p:cNvPr id="96" name="Google Shape;96;p1"/>
          <p:cNvSpPr txBox="1"/>
          <p:nvPr/>
        </p:nvSpPr>
        <p:spPr>
          <a:xfrm>
            <a:off x="3124287" y="7895558"/>
            <a:ext cx="13380600" cy="7142100"/>
          </a:xfrm>
          <a:prstGeom prst="rect">
            <a:avLst/>
          </a:prstGeom>
          <a:noFill/>
          <a:ln>
            <a:noFill/>
          </a:ln>
        </p:spPr>
        <p:txBody>
          <a:bodyPr anchorCtr="0" anchor="t" bIns="45700" lIns="91425" spcFirstLastPara="1" rIns="91425" wrap="square" tIns="45700">
            <a:spAutoFit/>
          </a:bodyPr>
          <a:lstStyle/>
          <a:p>
            <a:pPr indent="457200" lvl="0" marL="0" rtl="0" algn="just">
              <a:lnSpc>
                <a:spcPct val="115000"/>
              </a:lnSpc>
              <a:spcBef>
                <a:spcPts val="1200"/>
              </a:spcBef>
              <a:spcAft>
                <a:spcPts val="0"/>
              </a:spcAft>
              <a:buClr>
                <a:schemeClr val="dk1"/>
              </a:buClr>
              <a:buSzPts val="1100"/>
              <a:buFont typeface="Arial"/>
              <a:buNone/>
            </a:pPr>
            <a:r>
              <a:rPr lang="en-US" sz="2400">
                <a:solidFill>
                  <a:schemeClr val="dk1"/>
                </a:solidFill>
                <a:latin typeface="Montserrat"/>
                <a:ea typeface="Montserrat"/>
                <a:cs typeface="Montserrat"/>
                <a:sym typeface="Montserrat"/>
              </a:rPr>
              <a:t>Over the past few decades, polymers have gained popularity as a preferred engineering structural material due to their affordability, ease of processing, weight savings, corrosion resistance, and other notable benefits. Viscoelastic properties of polymer fibers has attracted considerable attention in different scientific areas.Experimental studies conducted with different polymers revealed rheological behavior which manifests non-linear elasticity, and almost ideal plasticity, or plasticity with strain hardening, strain-rate effects, creep an</a:t>
            </a:r>
            <a:r>
              <a:rPr lang="en-US" sz="2400">
                <a:solidFill>
                  <a:schemeClr val="dk1"/>
                </a:solidFill>
                <a:latin typeface="Montserrat"/>
                <a:ea typeface="Montserrat"/>
                <a:cs typeface="Montserrat"/>
                <a:sym typeface="Montserrat"/>
              </a:rPr>
              <a:t>d </a:t>
            </a:r>
            <a:r>
              <a:rPr lang="en-US" sz="2400">
                <a:solidFill>
                  <a:schemeClr val="dk1"/>
                </a:solidFill>
                <a:latin typeface="Montserrat"/>
                <a:ea typeface="Montserrat"/>
                <a:cs typeface="Montserrat"/>
                <a:sym typeface="Montserrat"/>
              </a:rPr>
              <a:t>viscoelastic relaxation effects. Those kinds of properties of polymer materials play an important role in their application.</a:t>
            </a:r>
            <a:endParaRPr sz="2400">
              <a:solidFill>
                <a:schemeClr val="dk1"/>
              </a:solidFill>
              <a:latin typeface="Montserrat"/>
              <a:ea typeface="Montserrat"/>
              <a:cs typeface="Montserrat"/>
              <a:sym typeface="Montserrat"/>
            </a:endParaRPr>
          </a:p>
          <a:p>
            <a:pPr indent="457200" lvl="0" marL="0" rtl="0" algn="just">
              <a:lnSpc>
                <a:spcPct val="115000"/>
              </a:lnSpc>
              <a:spcBef>
                <a:spcPts val="1200"/>
              </a:spcBef>
              <a:spcAft>
                <a:spcPts val="0"/>
              </a:spcAft>
              <a:buClr>
                <a:schemeClr val="dk1"/>
              </a:buClr>
              <a:buSzPts val="1100"/>
              <a:buFont typeface="Arial"/>
              <a:buNone/>
            </a:pPr>
            <a:r>
              <a:rPr lang="en-US" sz="2400">
                <a:solidFill>
                  <a:schemeClr val="dk1"/>
                </a:solidFill>
                <a:latin typeface="Montserrat"/>
                <a:ea typeface="Montserrat"/>
                <a:cs typeface="Montserrat"/>
                <a:sym typeface="Montserrat"/>
              </a:rPr>
              <a:t>The identification of model parameters for viscoelastic materials has been conducted in numerous studies.. The values of model parameters determined on the bases of relatively simple experiments of stress relaxation and creep are sometimes used for modeling in collision problems, where deformation rates are much higher. This paper investigates the influence of deformation rate on the values of parameters of the fractional Kelvin-Zener model.</a:t>
            </a:r>
            <a:endParaRPr sz="2400">
              <a:solidFill>
                <a:schemeClr val="dk1"/>
              </a:solidFill>
              <a:latin typeface="Montserrat"/>
              <a:ea typeface="Montserrat"/>
              <a:cs typeface="Montserrat"/>
              <a:sym typeface="Montserrat"/>
            </a:endParaRPr>
          </a:p>
          <a:p>
            <a:pPr indent="0" lvl="0" marL="0" marR="0" rtl="0" algn="l">
              <a:spcBef>
                <a:spcPts val="1200"/>
              </a:spcBef>
              <a:spcAft>
                <a:spcPts val="0"/>
              </a:spcAft>
              <a:buNone/>
            </a:pPr>
            <a:r>
              <a:t/>
            </a:r>
            <a:endParaRPr sz="2400">
              <a:solidFill>
                <a:schemeClr val="dk1"/>
              </a:solidFill>
              <a:latin typeface="Montserrat Light"/>
              <a:ea typeface="Montserrat Light"/>
              <a:cs typeface="Montserrat Light"/>
              <a:sym typeface="Montserrat Light"/>
            </a:endParaRPr>
          </a:p>
        </p:txBody>
      </p:sp>
      <p:sp>
        <p:nvSpPr>
          <p:cNvPr id="97" name="Google Shape;97;p1"/>
          <p:cNvSpPr txBox="1"/>
          <p:nvPr/>
        </p:nvSpPr>
        <p:spPr>
          <a:xfrm>
            <a:off x="3120834" y="15590963"/>
            <a:ext cx="13380600" cy="5695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800">
                <a:solidFill>
                  <a:schemeClr val="dk2"/>
                </a:solidFill>
                <a:latin typeface="Montserrat"/>
                <a:ea typeface="Montserrat"/>
                <a:cs typeface="Montserrat"/>
                <a:sym typeface="Montserrat"/>
              </a:rPr>
              <a:t>Stress-relaxation experiment</a:t>
            </a:r>
            <a:endParaRPr i="1" sz="2800">
              <a:solidFill>
                <a:schemeClr val="dk2"/>
              </a:solidFill>
              <a:latin typeface="Montserrat"/>
              <a:ea typeface="Montserrat"/>
              <a:cs typeface="Montserrat"/>
              <a:sym typeface="Montserrat"/>
            </a:endParaRPr>
          </a:p>
          <a:p>
            <a:pPr indent="0" lvl="0" marL="0" marR="0" rtl="0" algn="l">
              <a:spcBef>
                <a:spcPts val="0"/>
              </a:spcBef>
              <a:spcAft>
                <a:spcPts val="0"/>
              </a:spcAft>
              <a:buNone/>
            </a:pPr>
            <a:r>
              <a:t/>
            </a:r>
            <a:endParaRPr sz="2400">
              <a:solidFill>
                <a:schemeClr val="dk1"/>
              </a:solidFill>
              <a:latin typeface="Montserrat"/>
              <a:ea typeface="Montserrat"/>
              <a:cs typeface="Montserrat"/>
              <a:sym typeface="Montserrat"/>
            </a:endParaRPr>
          </a:p>
          <a:p>
            <a:pPr indent="457200" lvl="0" marL="0" marR="0" rtl="0" algn="just">
              <a:spcBef>
                <a:spcPts val="0"/>
              </a:spcBef>
              <a:spcAft>
                <a:spcPts val="0"/>
              </a:spcAft>
              <a:buNone/>
            </a:pPr>
            <a:r>
              <a:rPr lang="en-US" sz="2400">
                <a:solidFill>
                  <a:schemeClr val="dk1"/>
                </a:solidFill>
                <a:latin typeface="Montserrat"/>
                <a:ea typeface="Montserrat"/>
                <a:cs typeface="Montserrat"/>
                <a:sym typeface="Montserrat"/>
              </a:rPr>
              <a:t>Eighteen different samples of polymer materials, i.e. nine fluorocarbon (FC) samples and nine monofilament (MF) samples were tested with the Instron test system. All samples had an initial length of 30 cm. During the first phase, the ramp phase, the samples were loaded under constant strain rate until a predetermined strain value of 10% was achieved. </a:t>
            </a:r>
            <a:endParaRPr sz="2400">
              <a:solidFill>
                <a:schemeClr val="dk1"/>
              </a:solidFill>
              <a:latin typeface="Montserrat"/>
              <a:ea typeface="Montserrat"/>
              <a:cs typeface="Montserrat"/>
              <a:sym typeface="Montserrat"/>
            </a:endParaRPr>
          </a:p>
          <a:p>
            <a:pPr indent="457200" lvl="0" marL="0" marR="0" rtl="0" algn="just">
              <a:spcBef>
                <a:spcPts val="0"/>
              </a:spcBef>
              <a:spcAft>
                <a:spcPts val="0"/>
              </a:spcAft>
              <a:buNone/>
            </a:pPr>
            <a:r>
              <a:rPr lang="en-US" sz="2400">
                <a:solidFill>
                  <a:schemeClr val="dk1"/>
                </a:solidFill>
                <a:latin typeface="Montserrat"/>
                <a:ea typeface="Montserrat"/>
                <a:cs typeface="Montserrat"/>
                <a:sym typeface="Montserrat"/>
              </a:rPr>
              <a:t>Three sample groups were subjected to different deformation rates, specifically 60 mm/min, 120 mm/min, and 360 mm/min, so that the tension phase lasted 30 s, 15 s, and 5 s, respectively, for these three sample groups. After that, the samples were exposed to a relaxation phase in which the achieved deformation was held constant for a period of 180 s for all samples. </a:t>
            </a:r>
            <a:endParaRPr sz="2400">
              <a:solidFill>
                <a:schemeClr val="dk1"/>
              </a:solidFill>
              <a:latin typeface="Montserrat"/>
              <a:ea typeface="Montserrat"/>
              <a:cs typeface="Montserrat"/>
              <a:sym typeface="Montserrat"/>
            </a:endParaRPr>
          </a:p>
          <a:p>
            <a:pPr indent="457200" lvl="0" marL="0" marR="0" rtl="0" algn="just">
              <a:spcBef>
                <a:spcPts val="0"/>
              </a:spcBef>
              <a:spcAft>
                <a:spcPts val="0"/>
              </a:spcAft>
              <a:buNone/>
            </a:pPr>
            <a:r>
              <a:rPr lang="en-US" sz="2400">
                <a:solidFill>
                  <a:schemeClr val="dk1"/>
                </a:solidFill>
                <a:latin typeface="Montserrat"/>
                <a:ea typeface="Montserrat"/>
                <a:cs typeface="Montserrat"/>
                <a:sym typeface="Montserrat"/>
              </a:rPr>
              <a:t>Figure 1. shows the experimental results for 9 samples of fluorocarbons, which were grouped into sets of three samples each. The experimental results for the monofilament samples are shown in Figure 2. </a:t>
            </a:r>
            <a:endParaRPr sz="2400">
              <a:solidFill>
                <a:schemeClr val="dk1"/>
              </a:solidFill>
              <a:latin typeface="Montserrat"/>
              <a:ea typeface="Montserrat"/>
              <a:cs typeface="Montserrat"/>
              <a:sym typeface="Montserrat"/>
            </a:endParaRPr>
          </a:p>
          <a:p>
            <a:pPr indent="457200" lvl="0" marL="0" marR="0" rtl="0" algn="just">
              <a:spcBef>
                <a:spcPts val="0"/>
              </a:spcBef>
              <a:spcAft>
                <a:spcPts val="0"/>
              </a:spcAft>
              <a:buNone/>
            </a:pPr>
            <a:r>
              <a:t/>
            </a:r>
            <a:endParaRPr sz="2400">
              <a:solidFill>
                <a:schemeClr val="dk1"/>
              </a:solidFill>
              <a:latin typeface="Montserrat Light"/>
              <a:ea typeface="Montserrat Light"/>
              <a:cs typeface="Montserrat Light"/>
              <a:sym typeface="Montserrat Light"/>
            </a:endParaRPr>
          </a:p>
          <a:p>
            <a:pPr indent="457200" lvl="0" marL="0" marR="0" rtl="0" algn="just">
              <a:spcBef>
                <a:spcPts val="0"/>
              </a:spcBef>
              <a:spcAft>
                <a:spcPts val="0"/>
              </a:spcAft>
              <a:buNone/>
            </a:pPr>
            <a:r>
              <a:t/>
            </a:r>
            <a:endParaRPr sz="2400">
              <a:solidFill>
                <a:schemeClr val="dk1"/>
              </a:solidFill>
              <a:latin typeface="Montserrat Light"/>
              <a:ea typeface="Montserrat Light"/>
              <a:cs typeface="Montserrat Light"/>
              <a:sym typeface="Montserrat Light"/>
            </a:endParaRPr>
          </a:p>
        </p:txBody>
      </p:sp>
      <p:sp>
        <p:nvSpPr>
          <p:cNvPr id="98" name="Google Shape;98;p1"/>
          <p:cNvSpPr txBox="1"/>
          <p:nvPr/>
        </p:nvSpPr>
        <p:spPr>
          <a:xfrm>
            <a:off x="18668975" y="14478233"/>
            <a:ext cx="13380600" cy="12006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400">
                <a:solidFill>
                  <a:schemeClr val="dk1"/>
                </a:solidFill>
                <a:latin typeface="Montserrat Light"/>
                <a:ea typeface="Montserrat Light"/>
                <a:cs typeface="Montserrat Light"/>
                <a:sym typeface="Montserrat Light"/>
              </a:rPr>
              <a:t>Following the procedure for parameter identification described in [7], where the Grünwald-Letnikov definition of fractional derivatives was used, the values of parameters of the viscoelastic model are determined for all samples, see also [10]. </a:t>
            </a:r>
            <a:endParaRPr/>
          </a:p>
        </p:txBody>
      </p:sp>
      <p:sp>
        <p:nvSpPr>
          <p:cNvPr id="99" name="Google Shape;99;p1"/>
          <p:cNvSpPr txBox="1"/>
          <p:nvPr/>
        </p:nvSpPr>
        <p:spPr>
          <a:xfrm>
            <a:off x="18775205" y="32702813"/>
            <a:ext cx="13380600" cy="4894800"/>
          </a:xfrm>
          <a:prstGeom prst="rect">
            <a:avLst/>
          </a:prstGeom>
          <a:noFill/>
          <a:ln>
            <a:noFill/>
          </a:ln>
        </p:spPr>
        <p:txBody>
          <a:bodyPr anchorCtr="0" anchor="t" bIns="45700" lIns="91425" spcFirstLastPara="1" rIns="91425" wrap="square" tIns="45700">
            <a:spAutoFit/>
          </a:bodyPr>
          <a:lstStyle/>
          <a:p>
            <a:pPr indent="457200" lvl="0" marL="0" marR="0" rtl="0" algn="l">
              <a:spcBef>
                <a:spcPts val="0"/>
              </a:spcBef>
              <a:spcAft>
                <a:spcPts val="0"/>
              </a:spcAft>
              <a:buNone/>
            </a:pPr>
            <a:r>
              <a:rPr lang="en-US" sz="2400">
                <a:solidFill>
                  <a:schemeClr val="dk1"/>
                </a:solidFill>
                <a:latin typeface="Montserrat"/>
                <a:ea typeface="Montserrat"/>
                <a:cs typeface="Montserrat"/>
                <a:sym typeface="Montserrat"/>
              </a:rPr>
              <a:t>In this paper we analyzed the influence of strain rate on the value of parameters of the fractional Kelvin-Zener viscoelastic model in a stress relaxation experiment. The behavior of two viscoelastic materials was tested, with three sample groups formed for each material, all subjected to the same deformation speed. </a:t>
            </a:r>
            <a:endParaRPr sz="2400">
              <a:solidFill>
                <a:schemeClr val="dk1"/>
              </a:solidFill>
              <a:latin typeface="Montserrat"/>
              <a:ea typeface="Montserrat"/>
              <a:cs typeface="Montserrat"/>
              <a:sym typeface="Montserrat"/>
            </a:endParaRPr>
          </a:p>
          <a:p>
            <a:pPr indent="457200" lvl="0" marL="0" marR="0" rtl="0" algn="l">
              <a:spcBef>
                <a:spcPts val="0"/>
              </a:spcBef>
              <a:spcAft>
                <a:spcPts val="0"/>
              </a:spcAft>
              <a:buNone/>
            </a:pPr>
            <a:r>
              <a:rPr lang="en-US" sz="2400">
                <a:solidFill>
                  <a:schemeClr val="dk1"/>
                </a:solidFill>
                <a:latin typeface="Montserrat"/>
                <a:ea typeface="Montserrat"/>
                <a:cs typeface="Montserrat"/>
                <a:sym typeface="Montserrat"/>
              </a:rPr>
              <a:t>Very similar behavior was observed within each sample group, as evidenced by the small deviations in the parameter values obtained for each group.The change in deformation speed affected the parameter values in a very similar manner for both materials. The highest and lowest deformation speeds for the tested samples were in a 6:1 ratio.</a:t>
            </a:r>
            <a:endParaRPr sz="2400">
              <a:solidFill>
                <a:schemeClr val="dk1"/>
              </a:solidFill>
              <a:latin typeface="Montserrat"/>
              <a:ea typeface="Montserrat"/>
              <a:cs typeface="Montserrat"/>
              <a:sym typeface="Montserrat"/>
            </a:endParaRPr>
          </a:p>
          <a:p>
            <a:pPr indent="457200" lvl="0" marL="0" marR="0" rtl="0" algn="l">
              <a:spcBef>
                <a:spcPts val="0"/>
              </a:spcBef>
              <a:spcAft>
                <a:spcPts val="0"/>
              </a:spcAft>
              <a:buNone/>
            </a:pPr>
            <a:r>
              <a:rPr lang="en-US" sz="2400">
                <a:solidFill>
                  <a:schemeClr val="dk1"/>
                </a:solidFill>
                <a:latin typeface="Montserrat"/>
                <a:ea typeface="Montserrat"/>
                <a:cs typeface="Montserrat"/>
                <a:sym typeface="Montserrat"/>
              </a:rPr>
              <a:t> It would be interesting to investigate the effect of a much larger ratio between the maximum and minimum deformation speeds, and to analyze the potential application of relatively simple relaxation and creep experiments to collision problems where deformation speeds are very high. </a:t>
            </a:r>
            <a:endParaRPr>
              <a:latin typeface="Montserrat"/>
              <a:ea typeface="Montserrat"/>
              <a:cs typeface="Montserrat"/>
              <a:sym typeface="Montserrat"/>
            </a:endParaRPr>
          </a:p>
        </p:txBody>
      </p:sp>
      <p:sp>
        <p:nvSpPr>
          <p:cNvPr id="100" name="Google Shape;100;p1"/>
          <p:cNvSpPr txBox="1"/>
          <p:nvPr/>
        </p:nvSpPr>
        <p:spPr>
          <a:xfrm>
            <a:off x="18859150" y="39103200"/>
            <a:ext cx="13380600" cy="30477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400">
                <a:solidFill>
                  <a:schemeClr val="dk1"/>
                </a:solidFill>
                <a:latin typeface="Montserrat Light"/>
                <a:ea typeface="Montserrat Light"/>
                <a:cs typeface="Montserrat Light"/>
                <a:sym typeface="Montserrat Light"/>
              </a:rPr>
              <a:t>[7]	 Zigic, M., Viscoelastic response of the human hamstring muscle during a ramp-and-hold type of experiment, In: Proceedings of the 2nd International Congress of Serbian Society of Mechanics, Palić (Subotica), Serbia, 1-5 June 2009.</a:t>
            </a:r>
            <a:endParaRPr sz="2400">
              <a:solidFill>
                <a:schemeClr val="dk1"/>
              </a:solidFill>
              <a:latin typeface="Montserrat Light"/>
              <a:ea typeface="Montserrat Light"/>
              <a:cs typeface="Montserrat Light"/>
              <a:sym typeface="Montserrat Light"/>
            </a:endParaRPr>
          </a:p>
          <a:p>
            <a:pPr indent="0" lvl="0" marL="0" rtl="0" algn="just">
              <a:spcBef>
                <a:spcPts val="0"/>
              </a:spcBef>
              <a:spcAft>
                <a:spcPts val="0"/>
              </a:spcAft>
              <a:buSzPts val="1100"/>
              <a:buNone/>
            </a:pPr>
            <a:r>
              <a:rPr lang="en-US" sz="2400">
                <a:solidFill>
                  <a:schemeClr val="dk1"/>
                </a:solidFill>
                <a:latin typeface="Montserrat Light"/>
                <a:ea typeface="Montserrat Light"/>
                <a:cs typeface="Montserrat Light"/>
                <a:sym typeface="Montserrat Light"/>
              </a:rPr>
              <a:t>[9]	  Atanackovic, T. M., A modified Zener model of a viscoelastic body, Continuum Mech. Thermodyn., 14, pp. 137-148, 2002.</a:t>
            </a:r>
            <a:endParaRPr sz="2400">
              <a:solidFill>
                <a:schemeClr val="dk1"/>
              </a:solidFill>
              <a:latin typeface="Montserrat Light"/>
              <a:ea typeface="Montserrat Light"/>
              <a:cs typeface="Montserrat Light"/>
              <a:sym typeface="Montserrat Light"/>
            </a:endParaRPr>
          </a:p>
          <a:p>
            <a:pPr indent="0" lvl="0" marL="0" rtl="0" algn="just">
              <a:spcBef>
                <a:spcPts val="0"/>
              </a:spcBef>
              <a:spcAft>
                <a:spcPts val="0"/>
              </a:spcAft>
              <a:buClr>
                <a:schemeClr val="dk1"/>
              </a:buClr>
              <a:buSzPts val="1100"/>
              <a:buFont typeface="Arial"/>
              <a:buNone/>
            </a:pPr>
            <a:r>
              <a:rPr lang="en-US" sz="2400">
                <a:solidFill>
                  <a:schemeClr val="dk1"/>
                </a:solidFill>
                <a:latin typeface="Montserrat Light"/>
                <a:ea typeface="Montserrat Light"/>
                <a:cs typeface="Montserrat Light"/>
                <a:sym typeface="Montserrat Light"/>
              </a:rPr>
              <a:t>[10]  Podlubny, I., Fractional differential equations, Academic Press, London, 1999.</a:t>
            </a:r>
            <a:endParaRPr sz="2400">
              <a:solidFill>
                <a:schemeClr val="dk1"/>
              </a:solidFill>
              <a:latin typeface="Montserrat Light"/>
              <a:ea typeface="Montserrat Light"/>
              <a:cs typeface="Montserrat Light"/>
              <a:sym typeface="Montserrat Light"/>
            </a:endParaRPr>
          </a:p>
          <a:p>
            <a:pPr indent="0" lvl="0" marL="0" rtl="0" algn="l">
              <a:spcBef>
                <a:spcPts val="0"/>
              </a:spcBef>
              <a:spcAft>
                <a:spcPts val="0"/>
              </a:spcAft>
              <a:buSzPts val="1100"/>
              <a:buNone/>
            </a:pPr>
            <a:r>
              <a:t/>
            </a:r>
            <a:endParaRPr sz="2400">
              <a:solidFill>
                <a:schemeClr val="dk1"/>
              </a:solidFill>
              <a:latin typeface="Montserrat Light"/>
              <a:ea typeface="Montserrat Light"/>
              <a:cs typeface="Montserrat Light"/>
              <a:sym typeface="Montserrat Light"/>
            </a:endParaRPr>
          </a:p>
          <a:p>
            <a:pPr indent="0" lvl="0" marL="0" marR="0" rtl="0" algn="l">
              <a:spcBef>
                <a:spcPts val="0"/>
              </a:spcBef>
              <a:spcAft>
                <a:spcPts val="0"/>
              </a:spcAft>
              <a:buNone/>
            </a:pPr>
            <a:r>
              <a:t/>
            </a:r>
            <a:endParaRPr sz="2400">
              <a:solidFill>
                <a:schemeClr val="dk1"/>
              </a:solidFill>
              <a:latin typeface="Montserrat Light"/>
              <a:ea typeface="Montserrat Light"/>
              <a:cs typeface="Montserrat Light"/>
              <a:sym typeface="Montserrat Light"/>
            </a:endParaRPr>
          </a:p>
        </p:txBody>
      </p:sp>
      <p:sp>
        <p:nvSpPr>
          <p:cNvPr id="101" name="Google Shape;101;p1"/>
          <p:cNvSpPr txBox="1"/>
          <p:nvPr/>
        </p:nvSpPr>
        <p:spPr>
          <a:xfrm>
            <a:off x="3506408" y="7032675"/>
            <a:ext cx="12771900" cy="646500"/>
          </a:xfrm>
          <a:prstGeom prst="rect">
            <a:avLst/>
          </a:prstGeom>
          <a:solidFill>
            <a:schemeClr val="lt1"/>
          </a:solidFill>
          <a:ln>
            <a:noFill/>
          </a:ln>
          <a:effectLst>
            <a:outerShdw rotWithShape="0" algn="tl" dir="10800000" dist="317500">
              <a:srgbClr val="294D6D"/>
            </a:outerShdw>
          </a:effectLst>
        </p:spPr>
        <p:txBody>
          <a:bodyPr anchorCtr="0" anchor="t" bIns="45700" lIns="137150" spcFirstLastPara="1" rIns="91425" wrap="square" tIns="45700">
            <a:spAutoFit/>
          </a:bodyPr>
          <a:lstStyle/>
          <a:p>
            <a:pPr indent="0" lvl="0" marL="0" marR="0" rtl="0" algn="l">
              <a:spcBef>
                <a:spcPts val="0"/>
              </a:spcBef>
              <a:spcAft>
                <a:spcPts val="0"/>
              </a:spcAft>
              <a:buNone/>
            </a:pPr>
            <a:r>
              <a:rPr lang="en-US" sz="3600">
                <a:solidFill>
                  <a:schemeClr val="dk2"/>
                </a:solidFill>
                <a:latin typeface="Libre Baskerville"/>
                <a:ea typeface="Libre Baskerville"/>
                <a:cs typeface="Libre Baskerville"/>
                <a:sym typeface="Libre Baskerville"/>
              </a:rPr>
              <a:t>Introduction</a:t>
            </a:r>
            <a:endParaRPr>
              <a:solidFill>
                <a:schemeClr val="dk2"/>
              </a:solidFill>
            </a:endParaRPr>
          </a:p>
        </p:txBody>
      </p:sp>
      <p:sp>
        <p:nvSpPr>
          <p:cNvPr id="102" name="Google Shape;102;p1"/>
          <p:cNvSpPr txBox="1"/>
          <p:nvPr/>
        </p:nvSpPr>
        <p:spPr>
          <a:xfrm>
            <a:off x="3420108" y="14717554"/>
            <a:ext cx="12771900" cy="646500"/>
          </a:xfrm>
          <a:prstGeom prst="rect">
            <a:avLst/>
          </a:prstGeom>
          <a:solidFill>
            <a:schemeClr val="lt1"/>
          </a:solidFill>
          <a:ln>
            <a:noFill/>
          </a:ln>
          <a:effectLst>
            <a:outerShdw rotWithShape="0" algn="tl" dir="10800000" dist="317500">
              <a:srgbClr val="294D6D"/>
            </a:outerShdw>
          </a:effectLst>
        </p:spPr>
        <p:txBody>
          <a:bodyPr anchorCtr="0" anchor="t" bIns="45700" lIns="137150" spcFirstLastPara="1" rIns="91425" wrap="square" tIns="45700">
            <a:spAutoFit/>
          </a:bodyPr>
          <a:lstStyle/>
          <a:p>
            <a:pPr indent="0" lvl="0" marL="0" marR="0" rtl="0" algn="l">
              <a:spcBef>
                <a:spcPts val="0"/>
              </a:spcBef>
              <a:spcAft>
                <a:spcPts val="0"/>
              </a:spcAft>
              <a:buNone/>
            </a:pPr>
            <a:r>
              <a:rPr lang="en-US" sz="3600">
                <a:solidFill>
                  <a:schemeClr val="dk2"/>
                </a:solidFill>
                <a:latin typeface="Libre Baskerville"/>
                <a:ea typeface="Libre Baskerville"/>
                <a:cs typeface="Libre Baskerville"/>
                <a:sym typeface="Libre Baskerville"/>
              </a:rPr>
              <a:t>Methodology</a:t>
            </a:r>
            <a:endParaRPr>
              <a:solidFill>
                <a:schemeClr val="dk2"/>
              </a:solidFill>
            </a:endParaRPr>
          </a:p>
        </p:txBody>
      </p:sp>
      <p:sp>
        <p:nvSpPr>
          <p:cNvPr id="103" name="Google Shape;103;p1"/>
          <p:cNvSpPr txBox="1"/>
          <p:nvPr/>
        </p:nvSpPr>
        <p:spPr>
          <a:xfrm>
            <a:off x="19079548" y="13757225"/>
            <a:ext cx="12771900" cy="646500"/>
          </a:xfrm>
          <a:prstGeom prst="rect">
            <a:avLst/>
          </a:prstGeom>
          <a:solidFill>
            <a:schemeClr val="lt1"/>
          </a:solidFill>
          <a:ln>
            <a:noFill/>
          </a:ln>
          <a:effectLst>
            <a:outerShdw rotWithShape="0" algn="tl" dir="10800000" dist="317500">
              <a:srgbClr val="294D6D"/>
            </a:outerShdw>
          </a:effectLst>
        </p:spPr>
        <p:txBody>
          <a:bodyPr anchorCtr="0" anchor="t" bIns="45700" lIns="137150" spcFirstLastPara="1" rIns="91425" wrap="square" tIns="45700">
            <a:spAutoFit/>
          </a:bodyPr>
          <a:lstStyle/>
          <a:p>
            <a:pPr indent="0" lvl="0" marL="0" marR="0" rtl="0" algn="l">
              <a:spcBef>
                <a:spcPts val="0"/>
              </a:spcBef>
              <a:spcAft>
                <a:spcPts val="0"/>
              </a:spcAft>
              <a:buNone/>
            </a:pPr>
            <a:r>
              <a:rPr lang="en-US" sz="3600">
                <a:solidFill>
                  <a:schemeClr val="dk2"/>
                </a:solidFill>
                <a:latin typeface="Libre Baskerville"/>
                <a:ea typeface="Libre Baskerville"/>
                <a:cs typeface="Libre Baskerville"/>
                <a:sym typeface="Libre Baskerville"/>
              </a:rPr>
              <a:t>Results</a:t>
            </a:r>
            <a:endParaRPr>
              <a:solidFill>
                <a:schemeClr val="dk2"/>
              </a:solidFill>
            </a:endParaRPr>
          </a:p>
        </p:txBody>
      </p:sp>
      <p:sp>
        <p:nvSpPr>
          <p:cNvPr id="104" name="Google Shape;104;p1"/>
          <p:cNvSpPr txBox="1"/>
          <p:nvPr/>
        </p:nvSpPr>
        <p:spPr>
          <a:xfrm>
            <a:off x="19163497" y="31762004"/>
            <a:ext cx="12771900" cy="646500"/>
          </a:xfrm>
          <a:prstGeom prst="rect">
            <a:avLst/>
          </a:prstGeom>
          <a:solidFill>
            <a:schemeClr val="lt1"/>
          </a:solidFill>
          <a:ln>
            <a:noFill/>
          </a:ln>
          <a:effectLst>
            <a:outerShdw rotWithShape="0" algn="tl" dir="10800000" dist="317500">
              <a:srgbClr val="294D6D"/>
            </a:outerShdw>
          </a:effectLst>
        </p:spPr>
        <p:txBody>
          <a:bodyPr anchorCtr="0" anchor="t" bIns="45700" lIns="137150" spcFirstLastPara="1" rIns="91425" wrap="square" tIns="45700">
            <a:spAutoFit/>
          </a:bodyPr>
          <a:lstStyle/>
          <a:p>
            <a:pPr indent="0" lvl="0" marL="0" marR="0" rtl="0" algn="l">
              <a:spcBef>
                <a:spcPts val="0"/>
              </a:spcBef>
              <a:spcAft>
                <a:spcPts val="0"/>
              </a:spcAft>
              <a:buNone/>
            </a:pPr>
            <a:r>
              <a:rPr lang="en-US" sz="3600">
                <a:solidFill>
                  <a:schemeClr val="dk2"/>
                </a:solidFill>
                <a:latin typeface="Libre Baskerville"/>
                <a:ea typeface="Libre Baskerville"/>
                <a:cs typeface="Libre Baskerville"/>
                <a:sym typeface="Libre Baskerville"/>
              </a:rPr>
              <a:t>Conclusion</a:t>
            </a:r>
            <a:endParaRPr>
              <a:solidFill>
                <a:schemeClr val="dk2"/>
              </a:solidFill>
            </a:endParaRPr>
          </a:p>
        </p:txBody>
      </p:sp>
      <p:sp>
        <p:nvSpPr>
          <p:cNvPr id="105" name="Google Shape;105;p1"/>
          <p:cNvSpPr txBox="1"/>
          <p:nvPr/>
        </p:nvSpPr>
        <p:spPr>
          <a:xfrm>
            <a:off x="19247435" y="38137460"/>
            <a:ext cx="12771900" cy="646500"/>
          </a:xfrm>
          <a:prstGeom prst="rect">
            <a:avLst/>
          </a:prstGeom>
          <a:solidFill>
            <a:schemeClr val="lt1"/>
          </a:solidFill>
          <a:ln>
            <a:noFill/>
          </a:ln>
          <a:effectLst>
            <a:outerShdw rotWithShape="0" algn="tl" dir="10800000" dist="317500">
              <a:srgbClr val="294D6D"/>
            </a:outerShdw>
          </a:effectLst>
        </p:spPr>
        <p:txBody>
          <a:bodyPr anchorCtr="0" anchor="t" bIns="45700" lIns="137150" spcFirstLastPara="1" rIns="91425" wrap="square" tIns="45700">
            <a:spAutoFit/>
          </a:bodyPr>
          <a:lstStyle/>
          <a:p>
            <a:pPr indent="0" lvl="0" marL="0" marR="0" rtl="0" algn="l">
              <a:spcBef>
                <a:spcPts val="0"/>
              </a:spcBef>
              <a:spcAft>
                <a:spcPts val="0"/>
              </a:spcAft>
              <a:buNone/>
            </a:pPr>
            <a:r>
              <a:rPr lang="en-US" sz="3600">
                <a:solidFill>
                  <a:schemeClr val="dk2"/>
                </a:solidFill>
                <a:latin typeface="Libre Baskerville"/>
                <a:ea typeface="Libre Baskerville"/>
                <a:cs typeface="Libre Baskerville"/>
                <a:sym typeface="Libre Baskerville"/>
              </a:rPr>
              <a:t>References</a:t>
            </a:r>
            <a:endParaRPr>
              <a:solidFill>
                <a:schemeClr val="dk2"/>
              </a:solidFill>
            </a:endParaRPr>
          </a:p>
        </p:txBody>
      </p:sp>
      <p:pic>
        <p:nvPicPr>
          <p:cNvPr id="106" name="Google Shape;106;p1"/>
          <p:cNvPicPr preferRelativeResize="0"/>
          <p:nvPr/>
        </p:nvPicPr>
        <p:blipFill rotWithShape="1">
          <a:blip r:embed="rId3">
            <a:alphaModFix/>
          </a:blip>
          <a:srcRect b="0" l="0" r="0" t="6094"/>
          <a:stretch/>
        </p:blipFill>
        <p:spPr>
          <a:xfrm>
            <a:off x="3391988" y="21813925"/>
            <a:ext cx="13380601" cy="6419830"/>
          </a:xfrm>
          <a:prstGeom prst="rect">
            <a:avLst/>
          </a:prstGeom>
          <a:noFill/>
          <a:ln>
            <a:noFill/>
          </a:ln>
        </p:spPr>
      </p:pic>
      <p:pic>
        <p:nvPicPr>
          <p:cNvPr id="107" name="Google Shape;107;p1"/>
          <p:cNvPicPr preferRelativeResize="0"/>
          <p:nvPr/>
        </p:nvPicPr>
        <p:blipFill rotWithShape="1">
          <a:blip r:embed="rId4">
            <a:alphaModFix/>
          </a:blip>
          <a:srcRect b="0" l="0" r="0" t="2837"/>
          <a:stretch/>
        </p:blipFill>
        <p:spPr>
          <a:xfrm>
            <a:off x="3205942" y="29223212"/>
            <a:ext cx="14227871" cy="6419825"/>
          </a:xfrm>
          <a:prstGeom prst="rect">
            <a:avLst/>
          </a:prstGeom>
          <a:noFill/>
          <a:ln>
            <a:noFill/>
          </a:ln>
        </p:spPr>
      </p:pic>
      <p:sp>
        <p:nvSpPr>
          <p:cNvPr id="108" name="Google Shape;108;p1"/>
          <p:cNvSpPr txBox="1"/>
          <p:nvPr/>
        </p:nvSpPr>
        <p:spPr>
          <a:xfrm>
            <a:off x="5806325" y="35643038"/>
            <a:ext cx="8886900" cy="461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200"/>
              </a:spcBef>
              <a:spcAft>
                <a:spcPts val="0"/>
              </a:spcAft>
              <a:buClr>
                <a:schemeClr val="dk1"/>
              </a:buClr>
              <a:buSzPts val="1100"/>
              <a:buFont typeface="Arial"/>
              <a:buNone/>
            </a:pPr>
            <a:r>
              <a:rPr lang="en-US" sz="2400">
                <a:solidFill>
                  <a:schemeClr val="dk1"/>
                </a:solidFill>
                <a:highlight>
                  <a:srgbClr val="FFFFFF"/>
                </a:highlight>
                <a:latin typeface="Montserrat"/>
                <a:ea typeface="Montserrat"/>
                <a:cs typeface="Montserrat"/>
                <a:sym typeface="Montserrat"/>
              </a:rPr>
              <a:t>Fig. 2. Experimental results for 9 monofilament samples </a:t>
            </a:r>
            <a:endParaRPr sz="2400">
              <a:solidFill>
                <a:schemeClr val="dk1"/>
              </a:solidFill>
              <a:highlight>
                <a:srgbClr val="FFFFFF"/>
              </a:highlight>
              <a:latin typeface="Montserrat"/>
              <a:ea typeface="Montserrat"/>
              <a:cs typeface="Montserrat"/>
              <a:sym typeface="Montserrat"/>
            </a:endParaRPr>
          </a:p>
          <a:p>
            <a:pPr indent="0" lvl="0" marL="0" rtl="0" algn="l">
              <a:spcBef>
                <a:spcPts val="1200"/>
              </a:spcBef>
              <a:spcAft>
                <a:spcPts val="0"/>
              </a:spcAft>
              <a:buNone/>
            </a:pPr>
            <a:r>
              <a:t/>
            </a:r>
            <a:endParaRPr sz="2400">
              <a:solidFill>
                <a:schemeClr val="dk1"/>
              </a:solidFill>
              <a:latin typeface="Calibri"/>
              <a:ea typeface="Calibri"/>
              <a:cs typeface="Calibri"/>
              <a:sym typeface="Calibri"/>
            </a:endParaRPr>
          </a:p>
        </p:txBody>
      </p:sp>
      <p:sp>
        <p:nvSpPr>
          <p:cNvPr id="109" name="Google Shape;109;p1"/>
          <p:cNvSpPr txBox="1"/>
          <p:nvPr/>
        </p:nvSpPr>
        <p:spPr>
          <a:xfrm>
            <a:off x="5731700" y="28233750"/>
            <a:ext cx="8886900" cy="461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200"/>
              </a:spcBef>
              <a:spcAft>
                <a:spcPts val="0"/>
              </a:spcAft>
              <a:buNone/>
            </a:pPr>
            <a:r>
              <a:rPr lang="en-US" sz="2400">
                <a:solidFill>
                  <a:schemeClr val="dk1"/>
                </a:solidFill>
                <a:highlight>
                  <a:srgbClr val="FFFFFF"/>
                </a:highlight>
                <a:latin typeface="Montserrat"/>
                <a:ea typeface="Montserrat"/>
                <a:cs typeface="Montserrat"/>
                <a:sym typeface="Montserrat"/>
              </a:rPr>
              <a:t>Fig. 1. Experimental results for 9 fluorocarbon samples </a:t>
            </a:r>
            <a:endParaRPr sz="2400">
              <a:solidFill>
                <a:schemeClr val="dk1"/>
              </a:solidFill>
              <a:highlight>
                <a:srgbClr val="FFFFFF"/>
              </a:highlight>
              <a:latin typeface="Montserrat"/>
              <a:ea typeface="Montserrat"/>
              <a:cs typeface="Montserrat"/>
              <a:sym typeface="Montserrat"/>
            </a:endParaRPr>
          </a:p>
          <a:p>
            <a:pPr indent="0" lvl="0" marL="0" rtl="0" algn="l">
              <a:spcBef>
                <a:spcPts val="1200"/>
              </a:spcBef>
              <a:spcAft>
                <a:spcPts val="0"/>
              </a:spcAft>
              <a:buNone/>
            </a:pPr>
            <a:r>
              <a:t/>
            </a:r>
            <a:endParaRPr sz="2400">
              <a:solidFill>
                <a:schemeClr val="dk1"/>
              </a:solidFill>
              <a:latin typeface="Calibri"/>
              <a:ea typeface="Calibri"/>
              <a:cs typeface="Calibri"/>
              <a:sym typeface="Calibri"/>
            </a:endParaRPr>
          </a:p>
        </p:txBody>
      </p:sp>
      <p:pic>
        <p:nvPicPr>
          <p:cNvPr id="110" name="Google Shape;110;p1"/>
          <p:cNvPicPr preferRelativeResize="0"/>
          <p:nvPr/>
        </p:nvPicPr>
        <p:blipFill>
          <a:blip r:embed="rId5">
            <a:alphaModFix/>
          </a:blip>
          <a:stretch>
            <a:fillRect/>
          </a:stretch>
        </p:blipFill>
        <p:spPr>
          <a:xfrm>
            <a:off x="21185514" y="15844658"/>
            <a:ext cx="8515350" cy="3876675"/>
          </a:xfrm>
          <a:prstGeom prst="rect">
            <a:avLst/>
          </a:prstGeom>
          <a:noFill/>
          <a:ln>
            <a:noFill/>
          </a:ln>
        </p:spPr>
      </p:pic>
      <p:sp>
        <p:nvSpPr>
          <p:cNvPr id="111" name="Google Shape;111;p1"/>
          <p:cNvSpPr txBox="1"/>
          <p:nvPr/>
        </p:nvSpPr>
        <p:spPr>
          <a:xfrm>
            <a:off x="21598350" y="19887175"/>
            <a:ext cx="7734300" cy="64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solidFill>
                  <a:schemeClr val="dk1"/>
                </a:solidFill>
                <a:latin typeface="Montserrat"/>
                <a:ea typeface="Montserrat"/>
                <a:cs typeface="Montserrat"/>
                <a:sym typeface="Montserrat"/>
              </a:rPr>
              <a:t>Table 1. Model parameter values for fluorocarbon</a:t>
            </a:r>
            <a:endParaRPr sz="2400">
              <a:solidFill>
                <a:schemeClr val="dk1"/>
              </a:solidFill>
              <a:latin typeface="Montserrat"/>
              <a:ea typeface="Montserrat"/>
              <a:cs typeface="Montserrat"/>
              <a:sym typeface="Montserrat"/>
            </a:endParaRPr>
          </a:p>
        </p:txBody>
      </p:sp>
      <p:pic>
        <p:nvPicPr>
          <p:cNvPr id="112" name="Google Shape;112;p1"/>
          <p:cNvPicPr preferRelativeResize="0"/>
          <p:nvPr/>
        </p:nvPicPr>
        <p:blipFill>
          <a:blip r:embed="rId6">
            <a:alphaModFix/>
          </a:blip>
          <a:stretch>
            <a:fillRect/>
          </a:stretch>
        </p:blipFill>
        <p:spPr>
          <a:xfrm>
            <a:off x="21373027" y="20699525"/>
            <a:ext cx="7972425" cy="3743325"/>
          </a:xfrm>
          <a:prstGeom prst="rect">
            <a:avLst/>
          </a:prstGeom>
          <a:noFill/>
          <a:ln>
            <a:noFill/>
          </a:ln>
        </p:spPr>
      </p:pic>
      <p:sp>
        <p:nvSpPr>
          <p:cNvPr id="113" name="Google Shape;113;p1"/>
          <p:cNvSpPr txBox="1"/>
          <p:nvPr/>
        </p:nvSpPr>
        <p:spPr>
          <a:xfrm>
            <a:off x="21386700" y="24608700"/>
            <a:ext cx="8157600" cy="64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solidFill>
                  <a:schemeClr val="dk1"/>
                </a:solidFill>
                <a:latin typeface="Montserrat"/>
                <a:ea typeface="Montserrat"/>
                <a:cs typeface="Montserrat"/>
                <a:sym typeface="Montserrat"/>
              </a:rPr>
              <a:t>Table 2. Model parameter values for monofilament</a:t>
            </a:r>
            <a:endParaRPr sz="2400">
              <a:solidFill>
                <a:schemeClr val="dk1"/>
              </a:solidFill>
              <a:latin typeface="Montserrat"/>
              <a:ea typeface="Montserrat"/>
              <a:cs typeface="Montserrat"/>
              <a:sym typeface="Montserrat"/>
            </a:endParaRPr>
          </a:p>
        </p:txBody>
      </p:sp>
      <p:sp>
        <p:nvSpPr>
          <p:cNvPr id="114" name="Google Shape;114;p1"/>
          <p:cNvSpPr txBox="1"/>
          <p:nvPr/>
        </p:nvSpPr>
        <p:spPr>
          <a:xfrm>
            <a:off x="18752900" y="25654083"/>
            <a:ext cx="13380600" cy="6292500"/>
          </a:xfrm>
          <a:prstGeom prst="rect">
            <a:avLst/>
          </a:prstGeom>
          <a:noFill/>
          <a:ln>
            <a:noFill/>
          </a:ln>
        </p:spPr>
        <p:txBody>
          <a:bodyPr anchorCtr="0" anchor="t" bIns="45700" lIns="91425" spcFirstLastPara="1" rIns="91425" wrap="square" tIns="45700">
            <a:spAutoFit/>
          </a:bodyPr>
          <a:lstStyle/>
          <a:p>
            <a:pPr indent="457200" lvl="0" marL="0" rtl="0" algn="just">
              <a:lnSpc>
                <a:spcPct val="115000"/>
              </a:lnSpc>
              <a:spcBef>
                <a:spcPts val="1200"/>
              </a:spcBef>
              <a:spcAft>
                <a:spcPts val="0"/>
              </a:spcAft>
              <a:buSzPts val="1100"/>
              <a:buNone/>
            </a:pPr>
            <a:r>
              <a:rPr lang="en-US" sz="2400">
                <a:solidFill>
                  <a:schemeClr val="dk1"/>
                </a:solidFill>
                <a:latin typeface="Montserrat"/>
                <a:ea typeface="Montserrat"/>
                <a:cs typeface="Montserrat"/>
                <a:sym typeface="Montserrat"/>
              </a:rPr>
              <a:t>From the obtained results, it can be noticed that there are no significant deviations in the parameter values within each group of three samples for both tested materials, indicating result repeatability. By observing the obtained results for the derivative order , it can be concluded that the values of  at a deformation rate of 60 mm/min are slightly higher for both materials compared to the values obtained at higher speeds. With the increase of the deformation rate, there is a slight increase in the values of the parameter E. </a:t>
            </a:r>
            <a:endParaRPr sz="2400">
              <a:solidFill>
                <a:schemeClr val="dk1"/>
              </a:solidFill>
              <a:latin typeface="Montserrat"/>
              <a:ea typeface="Montserrat"/>
              <a:cs typeface="Montserrat"/>
              <a:sym typeface="Montserrat"/>
            </a:endParaRPr>
          </a:p>
          <a:p>
            <a:pPr indent="457200" lvl="0" marL="0" rtl="0" algn="just">
              <a:lnSpc>
                <a:spcPct val="115000"/>
              </a:lnSpc>
              <a:spcBef>
                <a:spcPts val="1200"/>
              </a:spcBef>
              <a:spcAft>
                <a:spcPts val="0"/>
              </a:spcAft>
              <a:buSzPts val="1100"/>
              <a:buNone/>
            </a:pPr>
            <a:r>
              <a:rPr lang="en-US" sz="2400">
                <a:solidFill>
                  <a:schemeClr val="dk1"/>
                </a:solidFill>
                <a:latin typeface="Montserrat"/>
                <a:ea typeface="Montserrat"/>
                <a:cs typeface="Montserrat"/>
                <a:sym typeface="Montserrat"/>
              </a:rPr>
              <a:t>The biggest change in the parameter values is observed in the parameter τxα, where the values decrease with the increase of the deformation rate. The values of the parameter τfα are very small for most of the samples compared to the obtained values of other parameters. Considering that this parameter multiplies the th derivative of the tensile force in equation (1), it can be concluded that the influence of this term is reduced.</a:t>
            </a:r>
            <a:endParaRPr sz="2400">
              <a:solidFill>
                <a:schemeClr val="dk1"/>
              </a:solidFill>
              <a:latin typeface="Montserrat"/>
              <a:ea typeface="Montserrat"/>
              <a:cs typeface="Montserrat"/>
              <a:sym typeface="Montserrat"/>
            </a:endParaRPr>
          </a:p>
          <a:p>
            <a:pPr indent="0" lvl="0" marL="0" marR="0" rtl="0" algn="l">
              <a:spcBef>
                <a:spcPts val="1200"/>
              </a:spcBef>
              <a:spcAft>
                <a:spcPts val="0"/>
              </a:spcAft>
              <a:buNone/>
            </a:pPr>
            <a:r>
              <a:t/>
            </a:r>
            <a:endParaRPr sz="2400">
              <a:solidFill>
                <a:schemeClr val="dk1"/>
              </a:solidFill>
              <a:latin typeface="Montserrat Light"/>
              <a:ea typeface="Montserrat Light"/>
              <a:cs typeface="Montserrat Light"/>
              <a:sym typeface="Montserrat Light"/>
            </a:endParaRPr>
          </a:p>
        </p:txBody>
      </p:sp>
      <p:sp>
        <p:nvSpPr>
          <p:cNvPr id="115" name="Google Shape;115;p1"/>
          <p:cNvSpPr txBox="1"/>
          <p:nvPr/>
        </p:nvSpPr>
        <p:spPr>
          <a:xfrm>
            <a:off x="2888500" y="733700"/>
            <a:ext cx="29390700" cy="1200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i="1" lang="en-US" sz="4400">
                <a:solidFill>
                  <a:schemeClr val="dk1"/>
                </a:solidFill>
                <a:latin typeface="Libre Baskerville"/>
                <a:ea typeface="Libre Baskerville"/>
                <a:cs typeface="Libre Baskerville"/>
                <a:sym typeface="Libre Baskerville"/>
              </a:rPr>
              <a:t>Summer School “Mechanics of active soft materials: experiments, theory, numerics, and applications”</a:t>
            </a:r>
            <a:r>
              <a:rPr i="1" lang="en-US" sz="5500">
                <a:solidFill>
                  <a:schemeClr val="dk1"/>
                </a:solidFill>
                <a:latin typeface="Libre Baskerville"/>
                <a:ea typeface="Libre Baskerville"/>
                <a:cs typeface="Libre Baskerville"/>
                <a:sym typeface="Libre Baskerville"/>
              </a:rPr>
              <a:t> </a:t>
            </a:r>
            <a:endParaRPr i="1" sz="5500">
              <a:solidFill>
                <a:schemeClr val="dk1"/>
              </a:solidFill>
              <a:latin typeface="Libre Baskerville"/>
              <a:ea typeface="Libre Baskerville"/>
              <a:cs typeface="Libre Baskerville"/>
              <a:sym typeface="Libre Baskerville"/>
            </a:endParaRPr>
          </a:p>
          <a:p>
            <a:pPr indent="0" lvl="0" marL="0" rtl="0" algn="l">
              <a:spcBef>
                <a:spcPts val="0"/>
              </a:spcBef>
              <a:spcAft>
                <a:spcPts val="0"/>
              </a:spcAft>
              <a:buNone/>
            </a:pPr>
            <a:r>
              <a:t/>
            </a:r>
            <a:endParaRPr sz="6200">
              <a:solidFill>
                <a:schemeClr val="dk1"/>
              </a:solidFill>
              <a:latin typeface="Calibri"/>
              <a:ea typeface="Calibri"/>
              <a:cs typeface="Calibri"/>
              <a:sym typeface="Calibri"/>
            </a:endParaRPr>
          </a:p>
        </p:txBody>
      </p:sp>
      <p:cxnSp>
        <p:nvCxnSpPr>
          <p:cNvPr id="116" name="Google Shape;116;p1"/>
          <p:cNvCxnSpPr/>
          <p:nvPr/>
        </p:nvCxnSpPr>
        <p:spPr>
          <a:xfrm>
            <a:off x="2888500" y="1905500"/>
            <a:ext cx="29390700" cy="0"/>
          </a:xfrm>
          <a:prstGeom prst="straightConnector1">
            <a:avLst/>
          </a:prstGeom>
          <a:noFill/>
          <a:ln cap="flat" cmpd="sng" w="9525">
            <a:solidFill>
              <a:schemeClr val="dk2"/>
            </a:solidFill>
            <a:prstDash val="solid"/>
            <a:round/>
            <a:headEnd len="med" w="med" type="none"/>
            <a:tailEnd len="med" w="med" type="none"/>
          </a:ln>
        </p:spPr>
      </p:cxnSp>
      <p:sp>
        <p:nvSpPr>
          <p:cNvPr id="117" name="Google Shape;117;p1"/>
          <p:cNvSpPr txBox="1"/>
          <p:nvPr/>
        </p:nvSpPr>
        <p:spPr>
          <a:xfrm>
            <a:off x="3696338" y="36338938"/>
            <a:ext cx="12771900" cy="213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i="1" lang="en-US" sz="2800">
                <a:solidFill>
                  <a:schemeClr val="dk2"/>
                </a:solidFill>
                <a:latin typeface="Montserrat"/>
                <a:ea typeface="Montserrat"/>
                <a:cs typeface="Montserrat"/>
                <a:sym typeface="Montserrat"/>
              </a:rPr>
              <a:t>The model</a:t>
            </a:r>
            <a:endParaRPr i="1" sz="2800">
              <a:solidFill>
                <a:schemeClr val="dk2"/>
              </a:solidFill>
              <a:latin typeface="Montserrat"/>
              <a:ea typeface="Montserrat"/>
              <a:cs typeface="Montserrat"/>
              <a:sym typeface="Montserrat"/>
            </a:endParaRPr>
          </a:p>
          <a:p>
            <a:pPr indent="0" lvl="0" marL="0" rtl="0" algn="l">
              <a:spcBef>
                <a:spcPts val="0"/>
              </a:spcBef>
              <a:spcAft>
                <a:spcPts val="0"/>
              </a:spcAft>
              <a:buClr>
                <a:schemeClr val="dk1"/>
              </a:buClr>
              <a:buFont typeface="Arial"/>
              <a:buNone/>
            </a:pPr>
            <a:r>
              <a:t/>
            </a:r>
            <a:endParaRPr sz="2400">
              <a:solidFill>
                <a:schemeClr val="dk1"/>
              </a:solidFill>
              <a:latin typeface="Montserrat"/>
              <a:ea typeface="Montserrat"/>
              <a:cs typeface="Montserrat"/>
              <a:sym typeface="Montserrat"/>
            </a:endParaRPr>
          </a:p>
          <a:p>
            <a:pPr indent="457200" lvl="0" marL="0" rtl="0" algn="just">
              <a:spcBef>
                <a:spcPts val="0"/>
              </a:spcBef>
              <a:spcAft>
                <a:spcPts val="0"/>
              </a:spcAft>
              <a:buClr>
                <a:schemeClr val="dk1"/>
              </a:buClr>
              <a:buSzPts val="1100"/>
              <a:buFont typeface="Arial"/>
              <a:buNone/>
            </a:pPr>
            <a:r>
              <a:rPr lang="en-US" sz="2400">
                <a:solidFill>
                  <a:schemeClr val="dk1"/>
                </a:solidFill>
                <a:latin typeface="Montserrat"/>
                <a:ea typeface="Montserrat"/>
                <a:cs typeface="Montserrat"/>
                <a:sym typeface="Montserrat"/>
              </a:rPr>
              <a:t>In this analysis we chose the Fractional Kelvin-Zener model which yields accurate results that match experimental data while using only four parameters. The constitutive equation has the following form:</a:t>
            </a:r>
            <a:endParaRPr sz="2400">
              <a:solidFill>
                <a:schemeClr val="dk1"/>
              </a:solidFill>
              <a:latin typeface="Montserrat"/>
              <a:ea typeface="Montserrat"/>
              <a:cs typeface="Montserrat"/>
              <a:sym typeface="Montserrat"/>
            </a:endParaRPr>
          </a:p>
          <a:p>
            <a:pPr indent="457200" lvl="0" marL="0" rtl="0" algn="just">
              <a:spcBef>
                <a:spcPts val="0"/>
              </a:spcBef>
              <a:spcAft>
                <a:spcPts val="0"/>
              </a:spcAft>
              <a:buClr>
                <a:schemeClr val="dk1"/>
              </a:buClr>
              <a:buSzPts val="1100"/>
              <a:buFont typeface="Arial"/>
              <a:buNone/>
            </a:pPr>
            <a:r>
              <a:t/>
            </a:r>
            <a:endParaRPr sz="2400">
              <a:solidFill>
                <a:schemeClr val="dk1"/>
              </a:solidFill>
              <a:latin typeface="Montserrat"/>
              <a:ea typeface="Montserrat"/>
              <a:cs typeface="Montserrat"/>
              <a:sym typeface="Montserrat"/>
            </a:endParaRPr>
          </a:p>
          <a:p>
            <a:pPr indent="457200" lvl="0" marL="0" rtl="0" algn="just">
              <a:spcBef>
                <a:spcPts val="0"/>
              </a:spcBef>
              <a:spcAft>
                <a:spcPts val="0"/>
              </a:spcAft>
              <a:buClr>
                <a:schemeClr val="dk1"/>
              </a:buClr>
              <a:buSzPts val="1100"/>
              <a:buFont typeface="Arial"/>
              <a:buNone/>
            </a:pPr>
            <a:r>
              <a:t/>
            </a:r>
            <a:endParaRPr sz="2400">
              <a:solidFill>
                <a:schemeClr val="dk1"/>
              </a:solidFill>
              <a:latin typeface="Montserrat"/>
              <a:ea typeface="Montserrat"/>
              <a:cs typeface="Montserrat"/>
              <a:sym typeface="Montserrat"/>
            </a:endParaRPr>
          </a:p>
          <a:p>
            <a:pPr indent="457200" lvl="0" marL="0" rtl="0" algn="just">
              <a:spcBef>
                <a:spcPts val="0"/>
              </a:spcBef>
              <a:spcAft>
                <a:spcPts val="0"/>
              </a:spcAft>
              <a:buClr>
                <a:schemeClr val="dk1"/>
              </a:buClr>
              <a:buSzPts val="1100"/>
              <a:buFont typeface="Arial"/>
              <a:buNone/>
            </a:pPr>
            <a:r>
              <a:rPr lang="en-US" sz="2400">
                <a:solidFill>
                  <a:schemeClr val="dk1"/>
                </a:solidFill>
                <a:latin typeface="Montserrat"/>
                <a:ea typeface="Montserrat"/>
                <a:cs typeface="Montserrat"/>
                <a:sym typeface="Montserrat"/>
              </a:rPr>
              <a:t> 		</a:t>
            </a:r>
            <a:endParaRPr sz="2400">
              <a:solidFill>
                <a:schemeClr val="dk1"/>
              </a:solidFill>
              <a:latin typeface="Montserrat"/>
              <a:ea typeface="Montserrat"/>
              <a:cs typeface="Montserrat"/>
              <a:sym typeface="Montserrat"/>
            </a:endParaRPr>
          </a:p>
          <a:p>
            <a:pPr indent="457200" lvl="0" marL="0" rtl="0" algn="just">
              <a:spcBef>
                <a:spcPts val="0"/>
              </a:spcBef>
              <a:spcAft>
                <a:spcPts val="0"/>
              </a:spcAft>
              <a:buClr>
                <a:schemeClr val="dk1"/>
              </a:buClr>
              <a:buSzPts val="1100"/>
              <a:buFont typeface="Arial"/>
              <a:buNone/>
            </a:pPr>
            <a:r>
              <a:t/>
            </a:r>
            <a:endParaRPr sz="24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US" sz="2400">
                <a:solidFill>
                  <a:schemeClr val="dk1"/>
                </a:solidFill>
                <a:latin typeface="Montserrat"/>
                <a:ea typeface="Montserrat"/>
                <a:cs typeface="Montserrat"/>
                <a:sym typeface="Montserrat"/>
              </a:rPr>
              <a:t>where f and x stand for tensile force and elongation, </a:t>
            </a:r>
            <a:r>
              <a:rPr lang="en-US" sz="3500">
                <a:solidFill>
                  <a:schemeClr val="dk1"/>
                </a:solidFill>
                <a:latin typeface="Montserrat"/>
                <a:ea typeface="Montserrat"/>
                <a:cs typeface="Montserrat"/>
                <a:sym typeface="Montserrat"/>
              </a:rPr>
              <a:t>τ</a:t>
            </a:r>
            <a:r>
              <a:rPr baseline="-25000" lang="en-US" sz="3500">
                <a:solidFill>
                  <a:schemeClr val="dk1"/>
                </a:solidFill>
                <a:latin typeface="Montserrat"/>
                <a:ea typeface="Montserrat"/>
                <a:cs typeface="Montserrat"/>
                <a:sym typeface="Montserrat"/>
              </a:rPr>
              <a:t>fα</a:t>
            </a:r>
            <a:r>
              <a:rPr lang="en-US" sz="3500">
                <a:solidFill>
                  <a:schemeClr val="dk1"/>
                </a:solidFill>
                <a:latin typeface="Montserrat"/>
                <a:ea typeface="Montserrat"/>
                <a:cs typeface="Montserrat"/>
                <a:sym typeface="Montserrat"/>
              </a:rPr>
              <a:t> </a:t>
            </a:r>
            <a:r>
              <a:rPr lang="en-US" sz="2400">
                <a:solidFill>
                  <a:schemeClr val="dk1"/>
                </a:solidFill>
                <a:latin typeface="Montserrat"/>
                <a:ea typeface="Montserrat"/>
                <a:cs typeface="Montserrat"/>
                <a:sym typeface="Montserrat"/>
              </a:rPr>
              <a:t>and</a:t>
            </a:r>
            <a:r>
              <a:rPr lang="en-US" sz="3500">
                <a:solidFill>
                  <a:schemeClr val="dk1"/>
                </a:solidFill>
                <a:latin typeface="Montserrat"/>
                <a:ea typeface="Montserrat"/>
                <a:cs typeface="Montserrat"/>
                <a:sym typeface="Montserrat"/>
              </a:rPr>
              <a:t> τ</a:t>
            </a:r>
            <a:r>
              <a:rPr baseline="-25000" lang="en-US" sz="3500">
                <a:solidFill>
                  <a:schemeClr val="dk1"/>
                </a:solidFill>
                <a:latin typeface="Montserrat"/>
                <a:ea typeface="Montserrat"/>
                <a:cs typeface="Montserrat"/>
                <a:sym typeface="Montserrat"/>
              </a:rPr>
              <a:t>xα</a:t>
            </a:r>
            <a:r>
              <a:rPr baseline="-25000" lang="en-US" sz="3000">
                <a:solidFill>
                  <a:schemeClr val="dk1"/>
                </a:solidFill>
                <a:latin typeface="Montserrat"/>
                <a:ea typeface="Montserrat"/>
                <a:cs typeface="Montserrat"/>
                <a:sym typeface="Montserrat"/>
              </a:rPr>
              <a:t> </a:t>
            </a:r>
            <a:r>
              <a:rPr lang="en-US" sz="2400">
                <a:solidFill>
                  <a:schemeClr val="dk1"/>
                </a:solidFill>
                <a:latin typeface="Montserrat"/>
                <a:ea typeface="Montserrat"/>
                <a:cs typeface="Montserrat"/>
                <a:sym typeface="Montserrat"/>
              </a:rPr>
              <a:t>are model parameters expressed in s, E is expressed in N/m, while the real number  represents the derivative order in the standard Riemann-Liouville form:</a:t>
            </a:r>
            <a:endParaRPr sz="2400">
              <a:solidFill>
                <a:schemeClr val="dk1"/>
              </a:solidFill>
              <a:latin typeface="Montserrat"/>
              <a:ea typeface="Montserrat"/>
              <a:cs typeface="Montserrat"/>
              <a:sym typeface="Montserrat"/>
            </a:endParaRPr>
          </a:p>
          <a:p>
            <a:pPr indent="0" lvl="0" marL="0" rtl="0" algn="just">
              <a:spcBef>
                <a:spcPts val="0"/>
              </a:spcBef>
              <a:spcAft>
                <a:spcPts val="0"/>
              </a:spcAft>
              <a:buNone/>
            </a:pPr>
            <a:r>
              <a:t/>
            </a:r>
            <a:endParaRPr sz="2400">
              <a:solidFill>
                <a:schemeClr val="dk1"/>
              </a:solidFill>
              <a:latin typeface="Montserrat"/>
              <a:ea typeface="Montserrat"/>
              <a:cs typeface="Montserrat"/>
              <a:sym typeface="Montserrat"/>
            </a:endParaRPr>
          </a:p>
          <a:p>
            <a:pPr indent="0" lvl="0" marL="0" rtl="0" algn="just">
              <a:spcBef>
                <a:spcPts val="0"/>
              </a:spcBef>
              <a:spcAft>
                <a:spcPts val="0"/>
              </a:spcAft>
              <a:buNone/>
            </a:pPr>
            <a:r>
              <a:t/>
            </a:r>
            <a:endParaRPr sz="2400">
              <a:solidFill>
                <a:schemeClr val="dk1"/>
              </a:solidFill>
              <a:latin typeface="Montserrat"/>
              <a:ea typeface="Montserrat"/>
              <a:cs typeface="Montserrat"/>
              <a:sym typeface="Montserrat"/>
            </a:endParaRPr>
          </a:p>
          <a:p>
            <a:pPr indent="0" lvl="0" marL="0" rtl="0" algn="just">
              <a:spcBef>
                <a:spcPts val="0"/>
              </a:spcBef>
              <a:spcAft>
                <a:spcPts val="0"/>
              </a:spcAft>
              <a:buNone/>
            </a:pPr>
            <a:r>
              <a:t/>
            </a:r>
            <a:endParaRPr sz="2400">
              <a:solidFill>
                <a:schemeClr val="dk1"/>
              </a:solidFill>
              <a:latin typeface="Montserrat"/>
              <a:ea typeface="Montserrat"/>
              <a:cs typeface="Montserrat"/>
              <a:sym typeface="Montserrat"/>
            </a:endParaRPr>
          </a:p>
          <a:p>
            <a:pPr indent="0" lvl="0" marL="0" rtl="0" algn="just">
              <a:spcBef>
                <a:spcPts val="0"/>
              </a:spcBef>
              <a:spcAft>
                <a:spcPts val="0"/>
              </a:spcAft>
              <a:buNone/>
            </a:pPr>
            <a:r>
              <a:t/>
            </a:r>
            <a:endParaRPr sz="2400">
              <a:solidFill>
                <a:schemeClr val="dk1"/>
              </a:solidFill>
              <a:latin typeface="Montserrat"/>
              <a:ea typeface="Montserrat"/>
              <a:cs typeface="Montserrat"/>
              <a:sym typeface="Montserrat"/>
            </a:endParaRPr>
          </a:p>
          <a:p>
            <a:pPr indent="0" lvl="0" marL="0" rtl="0" algn="just">
              <a:spcBef>
                <a:spcPts val="0"/>
              </a:spcBef>
              <a:spcAft>
                <a:spcPts val="0"/>
              </a:spcAft>
              <a:buClr>
                <a:schemeClr val="dk1"/>
              </a:buClr>
              <a:buSzPts val="1100"/>
              <a:buFont typeface="Arial"/>
              <a:buNone/>
            </a:pPr>
            <a:r>
              <a:t/>
            </a:r>
            <a:endParaRPr sz="2400">
              <a:solidFill>
                <a:schemeClr val="dk1"/>
              </a:solidFill>
              <a:latin typeface="Montserrat"/>
              <a:ea typeface="Montserrat"/>
              <a:cs typeface="Montserrat"/>
              <a:sym typeface="Montserrat"/>
            </a:endParaRPr>
          </a:p>
          <a:p>
            <a:pPr indent="457200" lvl="0" marL="0" rtl="0" algn="just">
              <a:spcBef>
                <a:spcPts val="0"/>
              </a:spcBef>
              <a:spcAft>
                <a:spcPts val="0"/>
              </a:spcAft>
              <a:buClr>
                <a:schemeClr val="dk1"/>
              </a:buClr>
              <a:buFont typeface="Arial"/>
              <a:buNone/>
            </a:pPr>
            <a:r>
              <a:t/>
            </a:r>
            <a:endParaRPr sz="2400">
              <a:solidFill>
                <a:schemeClr val="dk1"/>
              </a:solidFill>
              <a:latin typeface="Montserrat"/>
              <a:ea typeface="Montserrat"/>
              <a:cs typeface="Montserrat"/>
              <a:sym typeface="Montserrat"/>
            </a:endParaRPr>
          </a:p>
        </p:txBody>
      </p:sp>
      <p:sp>
        <p:nvSpPr>
          <p:cNvPr id="118" name="Google Shape;118;p1"/>
          <p:cNvSpPr txBox="1"/>
          <p:nvPr/>
        </p:nvSpPr>
        <p:spPr>
          <a:xfrm>
            <a:off x="18775200" y="7032675"/>
            <a:ext cx="12771900" cy="21330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n-US" sz="2400">
                <a:solidFill>
                  <a:schemeClr val="dk1"/>
                </a:solidFill>
                <a:latin typeface="Montserrat"/>
                <a:ea typeface="Montserrat"/>
                <a:cs typeface="Montserrat"/>
                <a:sym typeface="Montserrat"/>
              </a:rPr>
              <a:t>Parameters </a:t>
            </a:r>
            <a:r>
              <a:rPr lang="en-US" sz="3000">
                <a:solidFill>
                  <a:schemeClr val="dk1"/>
                </a:solidFill>
                <a:latin typeface="Montserrat"/>
                <a:ea typeface="Montserrat"/>
                <a:cs typeface="Montserrat"/>
                <a:sym typeface="Montserrat"/>
              </a:rPr>
              <a:t>τ</a:t>
            </a:r>
            <a:r>
              <a:rPr baseline="-25000" lang="en-US" sz="3000">
                <a:solidFill>
                  <a:schemeClr val="dk1"/>
                </a:solidFill>
                <a:latin typeface="Montserrat"/>
                <a:ea typeface="Montserrat"/>
                <a:cs typeface="Montserrat"/>
                <a:sym typeface="Montserrat"/>
              </a:rPr>
              <a:t>fα</a:t>
            </a:r>
            <a:r>
              <a:rPr lang="en-US" sz="3000">
                <a:solidFill>
                  <a:schemeClr val="dk1"/>
                </a:solidFill>
                <a:latin typeface="Montserrat"/>
                <a:ea typeface="Montserrat"/>
                <a:cs typeface="Montserrat"/>
                <a:sym typeface="Montserrat"/>
              </a:rPr>
              <a:t>, τ</a:t>
            </a:r>
            <a:r>
              <a:rPr baseline="-25000" lang="en-US" sz="3000">
                <a:solidFill>
                  <a:schemeClr val="dk1"/>
                </a:solidFill>
                <a:latin typeface="Montserrat"/>
                <a:ea typeface="Montserrat"/>
                <a:cs typeface="Montserrat"/>
                <a:sym typeface="Montserrat"/>
              </a:rPr>
              <a:t>xα</a:t>
            </a:r>
            <a:r>
              <a:rPr lang="en-US" sz="2400">
                <a:solidFill>
                  <a:schemeClr val="dk1"/>
                </a:solidFill>
                <a:latin typeface="Montserrat"/>
                <a:ea typeface="Montserrat"/>
                <a:cs typeface="Montserrat"/>
                <a:sym typeface="Montserrat"/>
              </a:rPr>
              <a:t> and E must satisfy certain restrictions </a:t>
            </a:r>
            <a:r>
              <a:rPr lang="en-US" sz="2400">
                <a:solidFill>
                  <a:schemeClr val="dk1"/>
                </a:solidFill>
                <a:latin typeface="Montserrat"/>
                <a:ea typeface="Montserrat"/>
                <a:cs typeface="Montserrat"/>
                <a:sym typeface="Montserrat"/>
              </a:rPr>
              <a:t>according to the second law of thermodynamics [9]. </a:t>
            </a:r>
            <a:endParaRPr sz="2400">
              <a:solidFill>
                <a:schemeClr val="dk1"/>
              </a:solidFill>
              <a:latin typeface="Montserrat"/>
              <a:ea typeface="Montserrat"/>
              <a:cs typeface="Montserrat"/>
              <a:sym typeface="Montserrat"/>
            </a:endParaRPr>
          </a:p>
          <a:p>
            <a:pPr indent="0" lvl="0" marL="0" rtl="0" algn="just">
              <a:spcBef>
                <a:spcPts val="0"/>
              </a:spcBef>
              <a:spcAft>
                <a:spcPts val="0"/>
              </a:spcAft>
              <a:buNone/>
            </a:pPr>
            <a:r>
              <a:t/>
            </a:r>
            <a:endParaRPr sz="2400">
              <a:solidFill>
                <a:schemeClr val="dk1"/>
              </a:solidFill>
              <a:latin typeface="Montserrat"/>
              <a:ea typeface="Montserrat"/>
              <a:cs typeface="Montserrat"/>
              <a:sym typeface="Montserrat"/>
            </a:endParaRPr>
          </a:p>
          <a:p>
            <a:pPr indent="0" lvl="0" marL="0" rtl="0" algn="just">
              <a:spcBef>
                <a:spcPts val="0"/>
              </a:spcBef>
              <a:spcAft>
                <a:spcPts val="0"/>
              </a:spcAft>
              <a:buNone/>
            </a:pPr>
            <a:r>
              <a:t/>
            </a:r>
            <a:endParaRPr sz="2400">
              <a:solidFill>
                <a:schemeClr val="dk1"/>
              </a:solidFill>
              <a:latin typeface="Montserrat"/>
              <a:ea typeface="Montserrat"/>
              <a:cs typeface="Montserrat"/>
              <a:sym typeface="Montserrat"/>
            </a:endParaRPr>
          </a:p>
          <a:p>
            <a:pPr indent="0" lvl="0" marL="0" rtl="0" algn="just">
              <a:spcBef>
                <a:spcPts val="0"/>
              </a:spcBef>
              <a:spcAft>
                <a:spcPts val="0"/>
              </a:spcAft>
              <a:buNone/>
            </a:pPr>
            <a:r>
              <a:t/>
            </a:r>
            <a:endParaRPr sz="2400">
              <a:solidFill>
                <a:schemeClr val="dk1"/>
              </a:solidFill>
              <a:latin typeface="Montserrat"/>
              <a:ea typeface="Montserrat"/>
              <a:cs typeface="Montserrat"/>
              <a:sym typeface="Montserrat"/>
            </a:endParaRPr>
          </a:p>
          <a:p>
            <a:pPr indent="0" lvl="0" marL="0" rtl="0" algn="just">
              <a:spcBef>
                <a:spcPts val="0"/>
              </a:spcBef>
              <a:spcAft>
                <a:spcPts val="0"/>
              </a:spcAft>
              <a:buNone/>
            </a:pPr>
            <a:r>
              <a:t/>
            </a:r>
            <a:endParaRPr sz="24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US" sz="2400">
                <a:solidFill>
                  <a:schemeClr val="dk1"/>
                </a:solidFill>
                <a:latin typeface="Montserrat"/>
                <a:ea typeface="Montserrat"/>
                <a:cs typeface="Montserrat"/>
                <a:sym typeface="Montserrat"/>
              </a:rPr>
              <a:t>Our objective is to calculate the values of the model parameters </a:t>
            </a:r>
            <a:r>
              <a:rPr lang="en-US" sz="2800">
                <a:solidFill>
                  <a:schemeClr val="dk1"/>
                </a:solidFill>
                <a:latin typeface="Montserrat"/>
                <a:ea typeface="Montserrat"/>
                <a:cs typeface="Montserrat"/>
                <a:sym typeface="Montserrat"/>
              </a:rPr>
              <a:t>(α, E,</a:t>
            </a:r>
            <a:r>
              <a:rPr lang="en-US" sz="2800">
                <a:solidFill>
                  <a:schemeClr val="dk1"/>
                </a:solidFill>
                <a:latin typeface="Montserrat"/>
                <a:ea typeface="Montserrat"/>
                <a:cs typeface="Montserrat"/>
                <a:sym typeface="Montserrat"/>
              </a:rPr>
              <a:t> </a:t>
            </a:r>
            <a:r>
              <a:rPr lang="en-US" sz="3400">
                <a:solidFill>
                  <a:schemeClr val="dk1"/>
                </a:solidFill>
                <a:latin typeface="Montserrat"/>
                <a:ea typeface="Montserrat"/>
                <a:cs typeface="Montserrat"/>
                <a:sym typeface="Montserrat"/>
              </a:rPr>
              <a:t>τ</a:t>
            </a:r>
            <a:r>
              <a:rPr baseline="-25000" lang="en-US" sz="3400">
                <a:solidFill>
                  <a:schemeClr val="dk1"/>
                </a:solidFill>
                <a:latin typeface="Montserrat"/>
                <a:ea typeface="Montserrat"/>
                <a:cs typeface="Montserrat"/>
                <a:sym typeface="Montserrat"/>
              </a:rPr>
              <a:t>xα</a:t>
            </a:r>
            <a:r>
              <a:rPr lang="en-US" sz="2800">
                <a:solidFill>
                  <a:schemeClr val="dk1"/>
                </a:solidFill>
                <a:latin typeface="Montserrat"/>
                <a:ea typeface="Montserrat"/>
                <a:cs typeface="Montserrat"/>
                <a:sym typeface="Montserrat"/>
              </a:rPr>
              <a:t>,</a:t>
            </a:r>
            <a:r>
              <a:rPr lang="en-US" sz="3400">
                <a:solidFill>
                  <a:schemeClr val="dk1"/>
                </a:solidFill>
                <a:latin typeface="Montserrat"/>
                <a:ea typeface="Montserrat"/>
                <a:cs typeface="Montserrat"/>
                <a:sym typeface="Montserrat"/>
              </a:rPr>
              <a:t>τ</a:t>
            </a:r>
            <a:r>
              <a:rPr baseline="-25000" lang="en-US" sz="3400">
                <a:solidFill>
                  <a:schemeClr val="dk1"/>
                </a:solidFill>
                <a:latin typeface="Montserrat"/>
                <a:ea typeface="Montserrat"/>
                <a:cs typeface="Montserrat"/>
                <a:sym typeface="Montserrat"/>
              </a:rPr>
              <a:t>fα</a:t>
            </a:r>
            <a:r>
              <a:rPr lang="en-US" sz="2800">
                <a:solidFill>
                  <a:schemeClr val="dk1"/>
                </a:solidFill>
                <a:latin typeface="Montserrat"/>
                <a:ea typeface="Montserrat"/>
                <a:cs typeface="Montserrat"/>
                <a:sym typeface="Montserrat"/>
              </a:rPr>
              <a:t>)</a:t>
            </a:r>
            <a:r>
              <a:rPr lang="en-US" sz="2400">
                <a:solidFill>
                  <a:schemeClr val="dk1"/>
                </a:solidFill>
                <a:latin typeface="Montserrat"/>
                <a:ea typeface="Montserrat"/>
                <a:cs typeface="Montserrat"/>
                <a:sym typeface="Montserrat"/>
              </a:rPr>
              <a:t> for all samples and examine how changes in deformation velocity affect the obtained results.</a:t>
            </a:r>
            <a:endParaRPr sz="2400">
              <a:solidFill>
                <a:schemeClr val="dk1"/>
              </a:solidFill>
              <a:latin typeface="Montserrat"/>
              <a:ea typeface="Montserrat"/>
              <a:cs typeface="Montserrat"/>
              <a:sym typeface="Montserrat"/>
            </a:endParaRPr>
          </a:p>
          <a:p>
            <a:pPr indent="0" lvl="0" marL="0" rtl="0" algn="just">
              <a:spcBef>
                <a:spcPts val="0"/>
              </a:spcBef>
              <a:spcAft>
                <a:spcPts val="0"/>
              </a:spcAft>
              <a:buNone/>
            </a:pPr>
            <a:r>
              <a:t/>
            </a:r>
            <a:endParaRPr sz="1900">
              <a:solidFill>
                <a:schemeClr val="dk1"/>
              </a:solidFill>
              <a:latin typeface="Montserrat"/>
              <a:ea typeface="Montserrat"/>
              <a:cs typeface="Montserrat"/>
              <a:sym typeface="Montserrat"/>
            </a:endParaRPr>
          </a:p>
          <a:p>
            <a:pPr indent="0" lvl="0" marL="0" rtl="0" algn="just">
              <a:spcBef>
                <a:spcPts val="0"/>
              </a:spcBef>
              <a:spcAft>
                <a:spcPts val="0"/>
              </a:spcAft>
              <a:buNone/>
            </a:pPr>
            <a:r>
              <a:rPr lang="en-US" sz="2400">
                <a:solidFill>
                  <a:schemeClr val="dk1"/>
                </a:solidFill>
                <a:latin typeface="Montserrat"/>
                <a:ea typeface="Montserrat"/>
                <a:cs typeface="Montserrat"/>
                <a:sym typeface="Montserrat"/>
              </a:rPr>
              <a:t>The algorithm for obtaining the numerical solution for m = 0, 1, 2, . . . reads</a:t>
            </a:r>
            <a:endParaRPr sz="2400">
              <a:solidFill>
                <a:schemeClr val="dk1"/>
              </a:solidFill>
              <a:latin typeface="Montserrat"/>
              <a:ea typeface="Montserrat"/>
              <a:cs typeface="Montserrat"/>
              <a:sym typeface="Montserrat"/>
            </a:endParaRPr>
          </a:p>
          <a:p>
            <a:pPr indent="457200" lvl="0" marL="0" rtl="0" algn="just">
              <a:spcBef>
                <a:spcPts val="0"/>
              </a:spcBef>
              <a:spcAft>
                <a:spcPts val="0"/>
              </a:spcAft>
              <a:buClr>
                <a:schemeClr val="dk1"/>
              </a:buClr>
              <a:buFont typeface="Arial"/>
              <a:buNone/>
            </a:pPr>
            <a:r>
              <a:t/>
            </a:r>
            <a:endParaRPr sz="2400">
              <a:solidFill>
                <a:schemeClr val="dk1"/>
              </a:solidFill>
              <a:latin typeface="Montserrat"/>
              <a:ea typeface="Montserrat"/>
              <a:cs typeface="Montserrat"/>
              <a:sym typeface="Montserrat"/>
            </a:endParaRPr>
          </a:p>
        </p:txBody>
      </p:sp>
      <p:pic>
        <p:nvPicPr>
          <p:cNvPr id="119" name="Google Shape;119;p1"/>
          <p:cNvPicPr preferRelativeResize="0"/>
          <p:nvPr/>
        </p:nvPicPr>
        <p:blipFill>
          <a:blip r:embed="rId7">
            <a:alphaModFix/>
          </a:blip>
          <a:stretch>
            <a:fillRect/>
          </a:stretch>
        </p:blipFill>
        <p:spPr>
          <a:xfrm>
            <a:off x="7005725" y="38424213"/>
            <a:ext cx="6153150" cy="1181100"/>
          </a:xfrm>
          <a:prstGeom prst="rect">
            <a:avLst/>
          </a:prstGeom>
          <a:noFill/>
          <a:ln>
            <a:noFill/>
          </a:ln>
        </p:spPr>
      </p:pic>
      <p:pic>
        <p:nvPicPr>
          <p:cNvPr id="120" name="Google Shape;120;p1"/>
          <p:cNvPicPr preferRelativeResize="0"/>
          <p:nvPr/>
        </p:nvPicPr>
        <p:blipFill>
          <a:blip r:embed="rId8">
            <a:alphaModFix/>
          </a:blip>
          <a:stretch>
            <a:fillRect/>
          </a:stretch>
        </p:blipFill>
        <p:spPr>
          <a:xfrm>
            <a:off x="5258063" y="41200875"/>
            <a:ext cx="10229850" cy="1828800"/>
          </a:xfrm>
          <a:prstGeom prst="rect">
            <a:avLst/>
          </a:prstGeom>
          <a:noFill/>
          <a:ln>
            <a:noFill/>
          </a:ln>
        </p:spPr>
      </p:pic>
      <p:pic>
        <p:nvPicPr>
          <p:cNvPr id="121" name="Google Shape;121;p1"/>
          <p:cNvPicPr preferRelativeResize="0"/>
          <p:nvPr/>
        </p:nvPicPr>
        <p:blipFill>
          <a:blip r:embed="rId9">
            <a:alphaModFix/>
          </a:blip>
          <a:stretch>
            <a:fillRect/>
          </a:stretch>
        </p:blipFill>
        <p:spPr>
          <a:xfrm>
            <a:off x="21874587" y="8339775"/>
            <a:ext cx="7181850" cy="971550"/>
          </a:xfrm>
          <a:prstGeom prst="rect">
            <a:avLst/>
          </a:prstGeom>
          <a:noFill/>
          <a:ln>
            <a:noFill/>
          </a:ln>
        </p:spPr>
      </p:pic>
      <p:pic>
        <p:nvPicPr>
          <p:cNvPr id="122" name="Google Shape;122;p1"/>
          <p:cNvPicPr preferRelativeResize="0"/>
          <p:nvPr/>
        </p:nvPicPr>
        <p:blipFill>
          <a:blip r:embed="rId10">
            <a:alphaModFix/>
          </a:blip>
          <a:stretch>
            <a:fillRect/>
          </a:stretch>
        </p:blipFill>
        <p:spPr>
          <a:xfrm>
            <a:off x="19077550" y="11706450"/>
            <a:ext cx="12563475" cy="13620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2013-10-23T18:28:44Z</dcterms:created>
  <dc:creator>jessie</dc:creator>
</cp:coreProperties>
</file>